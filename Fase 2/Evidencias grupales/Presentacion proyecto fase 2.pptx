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10287000" cx="18288000"/>
  <p:notesSz cx="6858000" cy="9144000"/>
  <p:embeddedFontLst>
    <p:embeddedFont>
      <p:font typeface="Inter SemiBold"/>
      <p:regular r:id="rId18"/>
      <p:bold r:id="rId19"/>
      <p:italic r:id="rId20"/>
      <p:boldItalic r:id="rId21"/>
    </p:embeddedFont>
    <p:embeddedFont>
      <p:font typeface="Roboto"/>
      <p:bold r:id="rId22"/>
      <p:boldItalic r:id="rId23"/>
    </p:embeddedFont>
    <p:embeddedFont>
      <p:font typeface="Caveat"/>
      <p:regular r:id="rId24"/>
      <p:bold r:id="rId25"/>
    </p:embeddedFont>
    <p:embeddedFont>
      <p:font typeface="Inter"/>
      <p:regular r:id="rId26"/>
      <p:bold r:id="rId27"/>
      <p:italic r:id="rId28"/>
      <p:boldItalic r:id="rId29"/>
    </p:embeddedFont>
    <p:embeddedFont>
      <p:font typeface="Poppins SemiBold"/>
      <p:regular r:id="rId30"/>
      <p:bold r:id="rId31"/>
      <p:italic r:id="rId32"/>
      <p:boldItalic r:id="rId33"/>
    </p:embeddedFont>
    <p:embeddedFont>
      <p:font typeface="DM Sans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8" roundtripDataSignature="AMtx7mhhbbH6tUTYPK77HwFRVFktqpFj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italic.fntdata"/><Relationship Id="rId22" Type="http://schemas.openxmlformats.org/officeDocument/2006/relationships/font" Target="fonts/Roboto-bold.fntdata"/><Relationship Id="rId21" Type="http://schemas.openxmlformats.org/officeDocument/2006/relationships/font" Target="fonts/InterSemiBold-boldItalic.fntdata"/><Relationship Id="rId24" Type="http://schemas.openxmlformats.org/officeDocument/2006/relationships/font" Target="fonts/Caveat-regular.fntdata"/><Relationship Id="rId23" Type="http://schemas.openxmlformats.org/officeDocument/2006/relationships/font" Target="fonts/Robo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regular.fntdata"/><Relationship Id="rId25" Type="http://schemas.openxmlformats.org/officeDocument/2006/relationships/font" Target="fonts/Caveat-bold.fntdata"/><Relationship Id="rId28" Type="http://schemas.openxmlformats.org/officeDocument/2006/relationships/font" Target="fonts/Inter-italic.fntdata"/><Relationship Id="rId27" Type="http://schemas.openxmlformats.org/officeDocument/2006/relationships/font" Target="fonts/Inter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SemiBold-bold.fntdata"/><Relationship Id="rId30" Type="http://schemas.openxmlformats.org/officeDocument/2006/relationships/font" Target="fonts/PoppinsSemiBold-regular.fntdata"/><Relationship Id="rId11" Type="http://schemas.openxmlformats.org/officeDocument/2006/relationships/slide" Target="slides/slide6.xml"/><Relationship Id="rId33" Type="http://schemas.openxmlformats.org/officeDocument/2006/relationships/font" Target="fonts/PoppinsSemiBold-boldItalic.fntdata"/><Relationship Id="rId10" Type="http://schemas.openxmlformats.org/officeDocument/2006/relationships/slide" Target="slides/slide5.xml"/><Relationship Id="rId32" Type="http://schemas.openxmlformats.org/officeDocument/2006/relationships/font" Target="fonts/PoppinsSemiBold-italic.fntdata"/><Relationship Id="rId13" Type="http://schemas.openxmlformats.org/officeDocument/2006/relationships/slide" Target="slides/slide8.xml"/><Relationship Id="rId35" Type="http://schemas.openxmlformats.org/officeDocument/2006/relationships/font" Target="fonts/DMSans-bold.fntdata"/><Relationship Id="rId12" Type="http://schemas.openxmlformats.org/officeDocument/2006/relationships/slide" Target="slides/slide7.xml"/><Relationship Id="rId34" Type="http://schemas.openxmlformats.org/officeDocument/2006/relationships/font" Target="fonts/DMSans-regular.fntdata"/><Relationship Id="rId15" Type="http://schemas.openxmlformats.org/officeDocument/2006/relationships/slide" Target="slides/slide10.xml"/><Relationship Id="rId37" Type="http://schemas.openxmlformats.org/officeDocument/2006/relationships/font" Target="fonts/DMSans-boldItalic.fntdata"/><Relationship Id="rId14" Type="http://schemas.openxmlformats.org/officeDocument/2006/relationships/slide" Target="slides/slide9.xml"/><Relationship Id="rId36" Type="http://schemas.openxmlformats.org/officeDocument/2006/relationships/font" Target="fonts/DMSans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customschemas.google.com/relationships/presentationmetadata" Target="metadata"/><Relationship Id="rId19" Type="http://schemas.openxmlformats.org/officeDocument/2006/relationships/font" Target="fonts/InterSemiBold-bold.fntdata"/><Relationship Id="rId18" Type="http://schemas.openxmlformats.org/officeDocument/2006/relationships/font" Target="fonts/Inter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Relationship Id="rId4" Type="http://schemas.openxmlformats.org/officeDocument/2006/relationships/image" Target="../media/image60.png"/><Relationship Id="rId9" Type="http://schemas.openxmlformats.org/officeDocument/2006/relationships/image" Target="../media/image2.png"/><Relationship Id="rId5" Type="http://schemas.openxmlformats.org/officeDocument/2006/relationships/image" Target="../media/image20.png"/><Relationship Id="rId6" Type="http://schemas.openxmlformats.org/officeDocument/2006/relationships/image" Target="../media/image1.png"/><Relationship Id="rId7" Type="http://schemas.openxmlformats.org/officeDocument/2006/relationships/image" Target="../media/image9.png"/><Relationship Id="rId8" Type="http://schemas.openxmlformats.org/officeDocument/2006/relationships/image" Target="../media/image35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5.png"/><Relationship Id="rId10" Type="http://schemas.openxmlformats.org/officeDocument/2006/relationships/image" Target="../media/image30.png"/><Relationship Id="rId13" Type="http://schemas.openxmlformats.org/officeDocument/2006/relationships/image" Target="../media/image4.png"/><Relationship Id="rId1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38.png"/><Relationship Id="rId9" Type="http://schemas.openxmlformats.org/officeDocument/2006/relationships/image" Target="../media/image33.png"/><Relationship Id="rId15" Type="http://schemas.openxmlformats.org/officeDocument/2006/relationships/image" Target="../media/image22.png"/><Relationship Id="rId14" Type="http://schemas.openxmlformats.org/officeDocument/2006/relationships/image" Target="../media/image15.png"/><Relationship Id="rId16" Type="http://schemas.openxmlformats.org/officeDocument/2006/relationships/image" Target="../media/image16.png"/><Relationship Id="rId5" Type="http://schemas.openxmlformats.org/officeDocument/2006/relationships/image" Target="../media/image8.png"/><Relationship Id="rId6" Type="http://schemas.openxmlformats.org/officeDocument/2006/relationships/image" Target="../media/image11.png"/><Relationship Id="rId7" Type="http://schemas.openxmlformats.org/officeDocument/2006/relationships/image" Target="../media/image3.png"/><Relationship Id="rId8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48.png"/><Relationship Id="rId10" Type="http://schemas.openxmlformats.org/officeDocument/2006/relationships/image" Target="../media/image12.png"/><Relationship Id="rId13" Type="http://schemas.openxmlformats.org/officeDocument/2006/relationships/image" Target="../media/image34.png"/><Relationship Id="rId1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jpg"/><Relationship Id="rId4" Type="http://schemas.openxmlformats.org/officeDocument/2006/relationships/image" Target="../media/image24.png"/><Relationship Id="rId9" Type="http://schemas.openxmlformats.org/officeDocument/2006/relationships/image" Target="../media/image13.png"/><Relationship Id="rId5" Type="http://schemas.openxmlformats.org/officeDocument/2006/relationships/image" Target="../media/image42.png"/><Relationship Id="rId6" Type="http://schemas.openxmlformats.org/officeDocument/2006/relationships/image" Target="../media/image14.png"/><Relationship Id="rId7" Type="http://schemas.openxmlformats.org/officeDocument/2006/relationships/image" Target="../media/image45.png"/><Relationship Id="rId8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52.png"/><Relationship Id="rId10" Type="http://schemas.openxmlformats.org/officeDocument/2006/relationships/image" Target="../media/image27.png"/><Relationship Id="rId13" Type="http://schemas.openxmlformats.org/officeDocument/2006/relationships/image" Target="../media/image37.png"/><Relationship Id="rId1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1.png"/><Relationship Id="rId4" Type="http://schemas.openxmlformats.org/officeDocument/2006/relationships/image" Target="../media/image23.png"/><Relationship Id="rId9" Type="http://schemas.openxmlformats.org/officeDocument/2006/relationships/image" Target="../media/image32.png"/><Relationship Id="rId15" Type="http://schemas.openxmlformats.org/officeDocument/2006/relationships/image" Target="../media/image36.png"/><Relationship Id="rId14" Type="http://schemas.openxmlformats.org/officeDocument/2006/relationships/image" Target="../media/image66.png"/><Relationship Id="rId5" Type="http://schemas.openxmlformats.org/officeDocument/2006/relationships/image" Target="../media/image28.png"/><Relationship Id="rId6" Type="http://schemas.openxmlformats.org/officeDocument/2006/relationships/image" Target="../media/image26.png"/><Relationship Id="rId7" Type="http://schemas.openxmlformats.org/officeDocument/2006/relationships/image" Target="../media/image29.png"/><Relationship Id="rId8" Type="http://schemas.openxmlformats.org/officeDocument/2006/relationships/image" Target="../media/image2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5.png"/><Relationship Id="rId4" Type="http://schemas.openxmlformats.org/officeDocument/2006/relationships/image" Target="../media/image39.png"/><Relationship Id="rId5" Type="http://schemas.openxmlformats.org/officeDocument/2006/relationships/image" Target="../media/image72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/Relationships>
</file>

<file path=ppt/slides/_rels/slide7.xml.rels><?xml version="1.0" encoding="UTF-8" standalone="yes"?><Relationships xmlns="http://schemas.openxmlformats.org/package/2006/relationships"><Relationship Id="rId20" Type="http://schemas.openxmlformats.org/officeDocument/2006/relationships/image" Target="../media/image85.png"/><Relationship Id="rId22" Type="http://schemas.openxmlformats.org/officeDocument/2006/relationships/image" Target="../media/image59.png"/><Relationship Id="rId21" Type="http://schemas.openxmlformats.org/officeDocument/2006/relationships/image" Target="../media/image62.png"/><Relationship Id="rId24" Type="http://schemas.openxmlformats.org/officeDocument/2006/relationships/image" Target="../media/image84.png"/><Relationship Id="rId23" Type="http://schemas.openxmlformats.org/officeDocument/2006/relationships/image" Target="../media/image6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3.png"/><Relationship Id="rId4" Type="http://schemas.openxmlformats.org/officeDocument/2006/relationships/image" Target="../media/image57.png"/><Relationship Id="rId9" Type="http://schemas.openxmlformats.org/officeDocument/2006/relationships/image" Target="../media/image49.png"/><Relationship Id="rId26" Type="http://schemas.openxmlformats.org/officeDocument/2006/relationships/image" Target="../media/image64.png"/><Relationship Id="rId25" Type="http://schemas.openxmlformats.org/officeDocument/2006/relationships/image" Target="../media/image63.png"/><Relationship Id="rId5" Type="http://schemas.openxmlformats.org/officeDocument/2006/relationships/image" Target="../media/image46.png"/><Relationship Id="rId6" Type="http://schemas.openxmlformats.org/officeDocument/2006/relationships/image" Target="../media/image43.png"/><Relationship Id="rId7" Type="http://schemas.openxmlformats.org/officeDocument/2006/relationships/image" Target="../media/image47.png"/><Relationship Id="rId8" Type="http://schemas.openxmlformats.org/officeDocument/2006/relationships/image" Target="../media/image44.png"/><Relationship Id="rId11" Type="http://schemas.openxmlformats.org/officeDocument/2006/relationships/image" Target="../media/image67.png"/><Relationship Id="rId10" Type="http://schemas.openxmlformats.org/officeDocument/2006/relationships/image" Target="../media/image50.png"/><Relationship Id="rId13" Type="http://schemas.openxmlformats.org/officeDocument/2006/relationships/image" Target="../media/image73.png"/><Relationship Id="rId12" Type="http://schemas.openxmlformats.org/officeDocument/2006/relationships/image" Target="../media/image76.png"/><Relationship Id="rId15" Type="http://schemas.openxmlformats.org/officeDocument/2006/relationships/image" Target="../media/image54.png"/><Relationship Id="rId14" Type="http://schemas.openxmlformats.org/officeDocument/2006/relationships/image" Target="../media/image51.png"/><Relationship Id="rId17" Type="http://schemas.openxmlformats.org/officeDocument/2006/relationships/image" Target="../media/image58.png"/><Relationship Id="rId16" Type="http://schemas.openxmlformats.org/officeDocument/2006/relationships/image" Target="../media/image55.png"/><Relationship Id="rId19" Type="http://schemas.openxmlformats.org/officeDocument/2006/relationships/image" Target="../media/image113.png"/><Relationship Id="rId18" Type="http://schemas.openxmlformats.org/officeDocument/2006/relationships/image" Target="../media/image56.png"/></Relationships>
</file>

<file path=ppt/slides/_rels/slide8.xml.rels><?xml version="1.0" encoding="UTF-8" standalone="yes"?><Relationships xmlns="http://schemas.openxmlformats.org/package/2006/relationships"><Relationship Id="rId20" Type="http://schemas.openxmlformats.org/officeDocument/2006/relationships/image" Target="../media/image117.png"/><Relationship Id="rId22" Type="http://schemas.openxmlformats.org/officeDocument/2006/relationships/image" Target="../media/image119.png"/><Relationship Id="rId21" Type="http://schemas.openxmlformats.org/officeDocument/2006/relationships/image" Target="../media/image104.png"/><Relationship Id="rId24" Type="http://schemas.openxmlformats.org/officeDocument/2006/relationships/image" Target="../media/image83.png"/><Relationship Id="rId23" Type="http://schemas.openxmlformats.org/officeDocument/2006/relationships/image" Target="../media/image8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9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Relationship Id="rId26" Type="http://schemas.openxmlformats.org/officeDocument/2006/relationships/image" Target="../media/image109.png"/><Relationship Id="rId25" Type="http://schemas.openxmlformats.org/officeDocument/2006/relationships/image" Target="../media/image86.png"/><Relationship Id="rId28" Type="http://schemas.openxmlformats.org/officeDocument/2006/relationships/image" Target="../media/image88.png"/><Relationship Id="rId27" Type="http://schemas.openxmlformats.org/officeDocument/2006/relationships/image" Target="../media/image87.png"/><Relationship Id="rId5" Type="http://schemas.openxmlformats.org/officeDocument/2006/relationships/image" Target="../media/image69.png"/><Relationship Id="rId6" Type="http://schemas.openxmlformats.org/officeDocument/2006/relationships/image" Target="../media/image90.png"/><Relationship Id="rId29" Type="http://schemas.openxmlformats.org/officeDocument/2006/relationships/image" Target="../media/image89.png"/><Relationship Id="rId7" Type="http://schemas.openxmlformats.org/officeDocument/2006/relationships/image" Target="../media/image95.png"/><Relationship Id="rId8" Type="http://schemas.openxmlformats.org/officeDocument/2006/relationships/image" Target="../media/image92.png"/><Relationship Id="rId30" Type="http://schemas.openxmlformats.org/officeDocument/2006/relationships/image" Target="../media/image91.png"/><Relationship Id="rId11" Type="http://schemas.openxmlformats.org/officeDocument/2006/relationships/image" Target="../media/image94.png"/><Relationship Id="rId10" Type="http://schemas.openxmlformats.org/officeDocument/2006/relationships/image" Target="../media/image68.png"/><Relationship Id="rId13" Type="http://schemas.openxmlformats.org/officeDocument/2006/relationships/image" Target="../media/image97.png"/><Relationship Id="rId12" Type="http://schemas.openxmlformats.org/officeDocument/2006/relationships/image" Target="../media/image71.png"/><Relationship Id="rId15" Type="http://schemas.openxmlformats.org/officeDocument/2006/relationships/image" Target="../media/image77.png"/><Relationship Id="rId14" Type="http://schemas.openxmlformats.org/officeDocument/2006/relationships/image" Target="../media/image74.png"/><Relationship Id="rId17" Type="http://schemas.openxmlformats.org/officeDocument/2006/relationships/image" Target="../media/image80.png"/><Relationship Id="rId16" Type="http://schemas.openxmlformats.org/officeDocument/2006/relationships/image" Target="../media/image78.png"/><Relationship Id="rId19" Type="http://schemas.openxmlformats.org/officeDocument/2006/relationships/image" Target="../media/image100.png"/><Relationship Id="rId18" Type="http://schemas.openxmlformats.org/officeDocument/2006/relationships/image" Target="../media/image8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6.png"/><Relationship Id="rId4" Type="http://schemas.openxmlformats.org/officeDocument/2006/relationships/image" Target="../media/image115.png"/><Relationship Id="rId5" Type="http://schemas.openxmlformats.org/officeDocument/2006/relationships/image" Target="../media/image93.png"/><Relationship Id="rId6" Type="http://schemas.openxmlformats.org/officeDocument/2006/relationships/image" Target="../media/image103.png"/><Relationship Id="rId7" Type="http://schemas.openxmlformats.org/officeDocument/2006/relationships/image" Target="../media/image98.png"/><Relationship Id="rId8" Type="http://schemas.openxmlformats.org/officeDocument/2006/relationships/image" Target="../media/image1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1.png"/><Relationship Id="rId4" Type="http://schemas.openxmlformats.org/officeDocument/2006/relationships/image" Target="../media/image120.png"/><Relationship Id="rId9" Type="http://schemas.openxmlformats.org/officeDocument/2006/relationships/image" Target="../media/image101.png"/><Relationship Id="rId5" Type="http://schemas.openxmlformats.org/officeDocument/2006/relationships/image" Target="../media/image112.png"/><Relationship Id="rId6" Type="http://schemas.openxmlformats.org/officeDocument/2006/relationships/image" Target="../media/image99.png"/><Relationship Id="rId7" Type="http://schemas.openxmlformats.org/officeDocument/2006/relationships/image" Target="../media/image107.png"/><Relationship Id="rId8" Type="http://schemas.openxmlformats.org/officeDocument/2006/relationships/image" Target="../media/image102.png"/><Relationship Id="rId11" Type="http://schemas.openxmlformats.org/officeDocument/2006/relationships/image" Target="../media/image105.png"/><Relationship Id="rId10" Type="http://schemas.openxmlformats.org/officeDocument/2006/relationships/image" Target="../media/image116.png"/><Relationship Id="rId13" Type="http://schemas.openxmlformats.org/officeDocument/2006/relationships/image" Target="../media/image122.png"/><Relationship Id="rId12" Type="http://schemas.openxmlformats.org/officeDocument/2006/relationships/image" Target="../media/image110.png"/><Relationship Id="rId15" Type="http://schemas.openxmlformats.org/officeDocument/2006/relationships/image" Target="../media/image108.png"/><Relationship Id="rId14" Type="http://schemas.openxmlformats.org/officeDocument/2006/relationships/image" Target="../media/image106.png"/><Relationship Id="rId16" Type="http://schemas.openxmlformats.org/officeDocument/2006/relationships/image" Target="../media/image1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59" l="0" r="0" t="-9259"/>
            </a:stretch>
          </a:blipFill>
          <a:ln>
            <a:noFill/>
          </a:ln>
        </p:spPr>
      </p:sp>
      <p:sp>
        <p:nvSpPr>
          <p:cNvPr id="85" name="Google Shape;85;p1"/>
          <p:cNvSpPr txBox="1"/>
          <p:nvPr/>
        </p:nvSpPr>
        <p:spPr>
          <a:xfrm>
            <a:off x="995755" y="7035578"/>
            <a:ext cx="9973200" cy="24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Profesor: Aldo Alberto Martinez Ordenes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Clase: Capstone 800D</a:t>
            </a:r>
            <a:endParaRPr sz="2425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425">
                <a:solidFill>
                  <a:schemeClr val="lt1"/>
                </a:solidFill>
              </a:rPr>
              <a:t>Integrantes: Paz Michelle Osorio Gutiérrez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425">
                <a:solidFill>
                  <a:schemeClr val="lt1"/>
                </a:solidFill>
              </a:rPr>
              <a:t>                     Danilo Antonio Bettancourt Tapia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425">
                <a:solidFill>
                  <a:schemeClr val="lt1"/>
                </a:solidFill>
              </a:rPr>
              <a:t>                     Isaías Daniel Vejar González</a:t>
            </a:r>
            <a:endParaRPr sz="2425">
              <a:solidFill>
                <a:srgbClr val="FFFFFF"/>
              </a:solidFill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2473055" y="2170649"/>
            <a:ext cx="13341900" cy="25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BALANCORE</a:t>
            </a:r>
            <a:endParaRPr sz="10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59" l="0" r="0" t="-9259"/>
            </a:stretch>
          </a:blipFill>
          <a:ln>
            <a:noFill/>
          </a:ln>
        </p:spPr>
      </p:sp>
      <p:grpSp>
        <p:nvGrpSpPr>
          <p:cNvPr id="92" name="Google Shape;92;p2"/>
          <p:cNvGrpSpPr/>
          <p:nvPr/>
        </p:nvGrpSpPr>
        <p:grpSpPr>
          <a:xfrm>
            <a:off x="474094" y="93798"/>
            <a:ext cx="17339811" cy="9535637"/>
            <a:chOff x="0" y="-19050"/>
            <a:chExt cx="4566864" cy="2511444"/>
          </a:xfrm>
        </p:grpSpPr>
        <p:sp>
          <p:nvSpPr>
            <p:cNvPr id="93" name="Google Shape;93;p2"/>
            <p:cNvSpPr/>
            <p:nvPr/>
          </p:nvSpPr>
          <p:spPr>
            <a:xfrm>
              <a:off x="0" y="0"/>
              <a:ext cx="4566864" cy="2492394"/>
            </a:xfrm>
            <a:custGeom>
              <a:rect b="b" l="l" r="r" t="t"/>
              <a:pathLst>
                <a:path extrusionOk="0" h="2492394" w="4566864">
                  <a:moveTo>
                    <a:pt x="15627" y="0"/>
                  </a:moveTo>
                  <a:lnTo>
                    <a:pt x="4551237" y="0"/>
                  </a:lnTo>
                  <a:cubicBezTo>
                    <a:pt x="4559867" y="0"/>
                    <a:pt x="4566864" y="6996"/>
                    <a:pt x="4566864" y="15627"/>
                  </a:cubicBezTo>
                  <a:lnTo>
                    <a:pt x="4566864" y="2476767"/>
                  </a:lnTo>
                  <a:cubicBezTo>
                    <a:pt x="4566864" y="2480911"/>
                    <a:pt x="4565217" y="2484886"/>
                    <a:pt x="4562287" y="2487817"/>
                  </a:cubicBezTo>
                  <a:cubicBezTo>
                    <a:pt x="4559356" y="2490747"/>
                    <a:pt x="4555382" y="2492394"/>
                    <a:pt x="4551237" y="2492394"/>
                  </a:cubicBezTo>
                  <a:lnTo>
                    <a:pt x="15627" y="2492394"/>
                  </a:lnTo>
                  <a:cubicBezTo>
                    <a:pt x="11482" y="2492394"/>
                    <a:pt x="7508" y="2490747"/>
                    <a:pt x="4577" y="2487817"/>
                  </a:cubicBezTo>
                  <a:cubicBezTo>
                    <a:pt x="1646" y="2484886"/>
                    <a:pt x="0" y="2480911"/>
                    <a:pt x="0" y="2476767"/>
                  </a:cubicBezTo>
                  <a:lnTo>
                    <a:pt x="0" y="15627"/>
                  </a:lnTo>
                  <a:cubicBezTo>
                    <a:pt x="0" y="11482"/>
                    <a:pt x="1646" y="7508"/>
                    <a:pt x="4577" y="4577"/>
                  </a:cubicBezTo>
                  <a:cubicBezTo>
                    <a:pt x="7508" y="1646"/>
                    <a:pt x="11482" y="0"/>
                    <a:pt x="15627" y="0"/>
                  </a:cubicBezTo>
                  <a:close/>
                </a:path>
              </a:pathLst>
            </a:custGeom>
            <a:noFill/>
            <a:ln cap="rnd" cmpd="sng" w="47625">
              <a:solidFill>
                <a:srgbClr val="046AA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2"/>
            <p:cNvSpPr txBox="1"/>
            <p:nvPr/>
          </p:nvSpPr>
          <p:spPr>
            <a:xfrm>
              <a:off x="0" y="-19050"/>
              <a:ext cx="4566864" cy="25114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58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58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5" name="Google Shape;95;p2"/>
          <p:cNvSpPr/>
          <p:nvPr/>
        </p:nvSpPr>
        <p:spPr>
          <a:xfrm>
            <a:off x="792234" y="2654779"/>
            <a:ext cx="2787484" cy="2745035"/>
          </a:xfrm>
          <a:custGeom>
            <a:rect b="b" l="l" r="r" t="t"/>
            <a:pathLst>
              <a:path extrusionOk="0" h="2745035" w="2787484">
                <a:moveTo>
                  <a:pt x="0" y="0"/>
                </a:moveTo>
                <a:lnTo>
                  <a:pt x="2787484" y="0"/>
                </a:lnTo>
                <a:lnTo>
                  <a:pt x="2787484" y="2745035"/>
                </a:lnTo>
                <a:lnTo>
                  <a:pt x="0" y="27450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6" name="Google Shape;96;p2"/>
          <p:cNvSpPr/>
          <p:nvPr/>
        </p:nvSpPr>
        <p:spPr>
          <a:xfrm>
            <a:off x="3579718" y="2167502"/>
            <a:ext cx="13288596" cy="3570311"/>
          </a:xfrm>
          <a:custGeom>
            <a:rect b="b" l="l" r="r" t="t"/>
            <a:pathLst>
              <a:path extrusionOk="0" h="3570311" w="13288596">
                <a:moveTo>
                  <a:pt x="0" y="0"/>
                </a:moveTo>
                <a:lnTo>
                  <a:pt x="13288596" y="0"/>
                </a:lnTo>
                <a:lnTo>
                  <a:pt x="13288596" y="3570311"/>
                </a:lnTo>
                <a:lnTo>
                  <a:pt x="0" y="35703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36" l="0" r="-747" t="-36"/>
            </a:stretch>
          </a:blipFill>
          <a:ln>
            <a:noFill/>
          </a:ln>
        </p:spPr>
      </p:sp>
      <p:sp>
        <p:nvSpPr>
          <p:cNvPr id="97" name="Google Shape;97;p2"/>
          <p:cNvSpPr/>
          <p:nvPr/>
        </p:nvSpPr>
        <p:spPr>
          <a:xfrm>
            <a:off x="4117684" y="2424766"/>
            <a:ext cx="520167" cy="752134"/>
          </a:xfrm>
          <a:custGeom>
            <a:rect b="b" l="l" r="r" t="t"/>
            <a:pathLst>
              <a:path extrusionOk="0" h="752134" w="520167">
                <a:moveTo>
                  <a:pt x="0" y="0"/>
                </a:moveTo>
                <a:lnTo>
                  <a:pt x="520167" y="0"/>
                </a:lnTo>
                <a:lnTo>
                  <a:pt x="520167" y="752134"/>
                </a:lnTo>
                <a:lnTo>
                  <a:pt x="0" y="7521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8" name="Google Shape;98;p2"/>
          <p:cNvSpPr/>
          <p:nvPr/>
        </p:nvSpPr>
        <p:spPr>
          <a:xfrm>
            <a:off x="792234" y="6180864"/>
            <a:ext cx="2787484" cy="2745035"/>
          </a:xfrm>
          <a:custGeom>
            <a:rect b="b" l="l" r="r" t="t"/>
            <a:pathLst>
              <a:path extrusionOk="0" h="2745035" w="2787484">
                <a:moveTo>
                  <a:pt x="0" y="0"/>
                </a:moveTo>
                <a:lnTo>
                  <a:pt x="2787484" y="0"/>
                </a:lnTo>
                <a:lnTo>
                  <a:pt x="2787484" y="2745035"/>
                </a:lnTo>
                <a:lnTo>
                  <a:pt x="0" y="27450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9" name="Google Shape;99;p2"/>
          <p:cNvSpPr/>
          <p:nvPr/>
        </p:nvSpPr>
        <p:spPr>
          <a:xfrm>
            <a:off x="3579718" y="5941512"/>
            <a:ext cx="13288596" cy="3171413"/>
          </a:xfrm>
          <a:custGeom>
            <a:rect b="b" l="l" r="r" t="t"/>
            <a:pathLst>
              <a:path extrusionOk="0" h="3171413" w="13288596">
                <a:moveTo>
                  <a:pt x="0" y="0"/>
                </a:moveTo>
                <a:lnTo>
                  <a:pt x="13288596" y="0"/>
                </a:lnTo>
                <a:lnTo>
                  <a:pt x="13288596" y="3171413"/>
                </a:lnTo>
                <a:lnTo>
                  <a:pt x="0" y="31714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-1385" l="0" r="-672" t="-4334"/>
            </a:stretch>
          </a:blipFill>
          <a:ln>
            <a:noFill/>
          </a:ln>
        </p:spPr>
      </p:sp>
      <p:sp>
        <p:nvSpPr>
          <p:cNvPr id="100" name="Google Shape;100;p2"/>
          <p:cNvSpPr/>
          <p:nvPr/>
        </p:nvSpPr>
        <p:spPr>
          <a:xfrm>
            <a:off x="4084353" y="6128338"/>
            <a:ext cx="553498" cy="792849"/>
          </a:xfrm>
          <a:custGeom>
            <a:rect b="b" l="l" r="r" t="t"/>
            <a:pathLst>
              <a:path extrusionOk="0" h="792849" w="553498">
                <a:moveTo>
                  <a:pt x="0" y="0"/>
                </a:moveTo>
                <a:lnTo>
                  <a:pt x="553498" y="0"/>
                </a:lnTo>
                <a:lnTo>
                  <a:pt x="553498" y="792848"/>
                </a:lnTo>
                <a:lnTo>
                  <a:pt x="0" y="7928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2"/>
          <p:cNvSpPr txBox="1"/>
          <p:nvPr/>
        </p:nvSpPr>
        <p:spPr>
          <a:xfrm>
            <a:off x="792234" y="654986"/>
            <a:ext cx="10654866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94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Problema y objetivo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4700705" y="2635729"/>
            <a:ext cx="1782499" cy="414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Problema:</a:t>
            </a:r>
            <a:endParaRPr/>
          </a:p>
        </p:txBody>
      </p:sp>
      <p:sp>
        <p:nvSpPr>
          <p:cNvPr id="103" name="Google Shape;103;p2"/>
          <p:cNvSpPr txBox="1"/>
          <p:nvPr/>
        </p:nvSpPr>
        <p:spPr>
          <a:xfrm>
            <a:off x="4117684" y="3562073"/>
            <a:ext cx="12422422" cy="126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Las personas que desean organizar su entrenamiento y alimentación suelen utilizar aplicaciones separadas. Esto dispersa sus registros y dificulta consultar su progreso de manera conjunta.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4700705" y="6233113"/>
            <a:ext cx="1849267" cy="432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Objetivo:</a:t>
            </a:r>
            <a:endParaRPr/>
          </a:p>
        </p:txBody>
      </p:sp>
      <p:sp>
        <p:nvSpPr>
          <p:cNvPr id="105" name="Google Shape;105;p2"/>
          <p:cNvSpPr txBox="1"/>
          <p:nvPr/>
        </p:nvSpPr>
        <p:spPr>
          <a:xfrm>
            <a:off x="4030167" y="7050753"/>
            <a:ext cx="12387697" cy="1271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Desarrollar BalanCore, una aplicación móvil que integre rutinas de entrenamiento, registro de alimentación y seguimiento del progreso en una experiencia sencilla y accesible.</a:t>
            </a:r>
            <a:endParaRPr/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1" name="Google Shape;111;p3"/>
          <p:cNvSpPr/>
          <p:nvPr/>
        </p:nvSpPr>
        <p:spPr>
          <a:xfrm>
            <a:off x="142037" y="100012"/>
            <a:ext cx="9810750" cy="9867900"/>
          </a:xfrm>
          <a:custGeom>
            <a:rect b="b" l="l" r="r" t="t"/>
            <a:pathLst>
              <a:path extrusionOk="0" h="9867900" w="9810750">
                <a:moveTo>
                  <a:pt x="0" y="0"/>
                </a:moveTo>
                <a:lnTo>
                  <a:pt x="9810750" y="0"/>
                </a:lnTo>
                <a:lnTo>
                  <a:pt x="9810750" y="9867900"/>
                </a:lnTo>
                <a:lnTo>
                  <a:pt x="0" y="98679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2" name="Google Shape;112;p3"/>
          <p:cNvSpPr txBox="1"/>
          <p:nvPr/>
        </p:nvSpPr>
        <p:spPr>
          <a:xfrm>
            <a:off x="915850" y="634450"/>
            <a:ext cx="10975500" cy="10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23" u="none" cap="none" strike="noStrike">
                <a:solidFill>
                  <a:srgbClr val="F1F1F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Alcance del proyecto</a:t>
            </a: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866775" y="1714500"/>
            <a:ext cx="1752600" cy="428625"/>
          </a:xfrm>
          <a:custGeom>
            <a:rect b="b" l="l" r="r" t="t"/>
            <a:pathLst>
              <a:path extrusionOk="0" h="428625" w="1752600">
                <a:moveTo>
                  <a:pt x="0" y="0"/>
                </a:moveTo>
                <a:lnTo>
                  <a:pt x="1752600" y="0"/>
                </a:lnTo>
                <a:lnTo>
                  <a:pt x="17526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4" name="Google Shape;114;p3"/>
          <p:cNvSpPr/>
          <p:nvPr/>
        </p:nvSpPr>
        <p:spPr>
          <a:xfrm>
            <a:off x="866775" y="2143125"/>
            <a:ext cx="1095375" cy="1076325"/>
          </a:xfrm>
          <a:custGeom>
            <a:rect b="b" l="l" r="r" t="t"/>
            <a:pathLst>
              <a:path extrusionOk="0" h="1076325" w="109537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5" name="Google Shape;115;p3"/>
          <p:cNvSpPr txBox="1"/>
          <p:nvPr/>
        </p:nvSpPr>
        <p:spPr>
          <a:xfrm>
            <a:off x="2081152" y="2648036"/>
            <a:ext cx="6197400" cy="8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43" u="none" cap="none" strike="noStrike">
                <a:solidFill>
                  <a:srgbClr val="F1F1F1"/>
                </a:solidFill>
                <a:latin typeface="Inter"/>
                <a:ea typeface="Inter"/>
                <a:cs typeface="Inter"/>
                <a:sym typeface="Inter"/>
              </a:rPr>
              <a:t>BalanCore contempla una aplicación móvil para Android que permite:</a:t>
            </a:r>
            <a:endParaRPr/>
          </a:p>
        </p:txBody>
      </p:sp>
      <p:sp>
        <p:nvSpPr>
          <p:cNvPr id="116" name="Google Shape;116;p3"/>
          <p:cNvSpPr/>
          <p:nvPr/>
        </p:nvSpPr>
        <p:spPr>
          <a:xfrm>
            <a:off x="1952625" y="3429000"/>
            <a:ext cx="885825" cy="857250"/>
          </a:xfrm>
          <a:custGeom>
            <a:rect b="b" l="l" r="r" t="t"/>
            <a:pathLst>
              <a:path extrusionOk="0" h="857250" w="885825">
                <a:moveTo>
                  <a:pt x="0" y="0"/>
                </a:moveTo>
                <a:lnTo>
                  <a:pt x="885825" y="0"/>
                </a:lnTo>
                <a:lnTo>
                  <a:pt x="8858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7" name="Google Shape;117;p3"/>
          <p:cNvSpPr txBox="1"/>
          <p:nvPr/>
        </p:nvSpPr>
        <p:spPr>
          <a:xfrm>
            <a:off x="2869438" y="3561569"/>
            <a:ext cx="5057028" cy="674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79" u="none" cap="none" strike="noStrike">
                <a:solidFill>
                  <a:srgbClr val="F1F1F1"/>
                </a:solidFill>
                <a:latin typeface="Inter"/>
                <a:ea typeface="Inter"/>
                <a:cs typeface="Inter"/>
                <a:sym typeface="Inter"/>
              </a:rPr>
              <a:t>Crear una cuenta y configurar el perfil y los objetivos.</a:t>
            </a:r>
            <a:endParaRPr/>
          </a:p>
        </p:txBody>
      </p:sp>
      <p:sp>
        <p:nvSpPr>
          <p:cNvPr id="118" name="Google Shape;118;p3"/>
          <p:cNvSpPr/>
          <p:nvPr/>
        </p:nvSpPr>
        <p:spPr>
          <a:xfrm>
            <a:off x="1952625" y="4286250"/>
            <a:ext cx="885825" cy="857250"/>
          </a:xfrm>
          <a:custGeom>
            <a:rect b="b" l="l" r="r" t="t"/>
            <a:pathLst>
              <a:path extrusionOk="0" h="857250" w="885825">
                <a:moveTo>
                  <a:pt x="0" y="0"/>
                </a:moveTo>
                <a:lnTo>
                  <a:pt x="885825" y="0"/>
                </a:lnTo>
                <a:lnTo>
                  <a:pt x="8858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9" name="Google Shape;119;p3"/>
          <p:cNvSpPr txBox="1"/>
          <p:nvPr/>
        </p:nvSpPr>
        <p:spPr>
          <a:xfrm>
            <a:off x="2863302" y="4465700"/>
            <a:ext cx="5670631" cy="674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79" u="none" cap="none" strike="noStrike">
                <a:solidFill>
                  <a:srgbClr val="F1F1F1"/>
                </a:solidFill>
                <a:latin typeface="Inter"/>
                <a:ea typeface="Inter"/>
                <a:cs typeface="Inter"/>
                <a:sym typeface="Inter"/>
              </a:rPr>
              <a:t>Consultar ejercicios, organizar rutinas y registrar entrenamientos.</a:t>
            </a:r>
            <a:endParaRPr/>
          </a:p>
        </p:txBody>
      </p:sp>
      <p:sp>
        <p:nvSpPr>
          <p:cNvPr id="120" name="Google Shape;120;p3"/>
          <p:cNvSpPr/>
          <p:nvPr/>
        </p:nvSpPr>
        <p:spPr>
          <a:xfrm>
            <a:off x="1952625" y="5143500"/>
            <a:ext cx="885825" cy="857250"/>
          </a:xfrm>
          <a:custGeom>
            <a:rect b="b" l="l" r="r" t="t"/>
            <a:pathLst>
              <a:path extrusionOk="0" h="857250" w="885825">
                <a:moveTo>
                  <a:pt x="0" y="0"/>
                </a:moveTo>
                <a:lnTo>
                  <a:pt x="885825" y="0"/>
                </a:lnTo>
                <a:lnTo>
                  <a:pt x="8858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1" name="Google Shape;121;p3"/>
          <p:cNvSpPr txBox="1"/>
          <p:nvPr/>
        </p:nvSpPr>
        <p:spPr>
          <a:xfrm>
            <a:off x="2865495" y="5309555"/>
            <a:ext cx="5451286" cy="674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79" u="none" cap="none" strike="noStrike">
                <a:solidFill>
                  <a:srgbClr val="F1F1F1"/>
                </a:solidFill>
                <a:latin typeface="Inter"/>
                <a:ea typeface="Inter"/>
                <a:cs typeface="Inter"/>
                <a:sym typeface="Inter"/>
              </a:rPr>
              <a:t>Registrar comidas, calorías, macronutrientes y agua.</a:t>
            </a:r>
            <a:endParaRPr/>
          </a:p>
        </p:txBody>
      </p:sp>
      <p:sp>
        <p:nvSpPr>
          <p:cNvPr id="122" name="Google Shape;122;p3"/>
          <p:cNvSpPr/>
          <p:nvPr/>
        </p:nvSpPr>
        <p:spPr>
          <a:xfrm>
            <a:off x="1952625" y="6000750"/>
            <a:ext cx="885825" cy="857250"/>
          </a:xfrm>
          <a:custGeom>
            <a:rect b="b" l="l" r="r" t="t"/>
            <a:pathLst>
              <a:path extrusionOk="0" h="857250" w="885825">
                <a:moveTo>
                  <a:pt x="0" y="0"/>
                </a:moveTo>
                <a:lnTo>
                  <a:pt x="885825" y="0"/>
                </a:lnTo>
                <a:lnTo>
                  <a:pt x="8858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3" name="Google Shape;123;p3"/>
          <p:cNvSpPr txBox="1"/>
          <p:nvPr/>
        </p:nvSpPr>
        <p:spPr>
          <a:xfrm>
            <a:off x="2867987" y="6258892"/>
            <a:ext cx="5202120" cy="335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79" u="none" cap="none" strike="noStrike">
                <a:solidFill>
                  <a:srgbClr val="F1F1F1"/>
                </a:solidFill>
                <a:latin typeface="Inter"/>
                <a:ea typeface="Inter"/>
                <a:cs typeface="Inter"/>
                <a:sym typeface="Inter"/>
              </a:rPr>
              <a:t>Consultar el historial y visualizar el progreso.</a:t>
            </a:r>
            <a:endParaRPr/>
          </a:p>
        </p:txBody>
      </p:sp>
      <p:sp>
        <p:nvSpPr>
          <p:cNvPr id="124" name="Google Shape;124;p3"/>
          <p:cNvSpPr/>
          <p:nvPr/>
        </p:nvSpPr>
        <p:spPr>
          <a:xfrm>
            <a:off x="1952625" y="6858000"/>
            <a:ext cx="885825" cy="857250"/>
          </a:xfrm>
          <a:custGeom>
            <a:rect b="b" l="l" r="r" t="t"/>
            <a:pathLst>
              <a:path extrusionOk="0" h="857250" w="885825">
                <a:moveTo>
                  <a:pt x="0" y="0"/>
                </a:moveTo>
                <a:lnTo>
                  <a:pt x="885825" y="0"/>
                </a:lnTo>
                <a:lnTo>
                  <a:pt x="8858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5" name="Google Shape;125;p3"/>
          <p:cNvSpPr txBox="1"/>
          <p:nvPr/>
        </p:nvSpPr>
        <p:spPr>
          <a:xfrm>
            <a:off x="2862179" y="6921922"/>
            <a:ext cx="5782905" cy="674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79" u="none" cap="none" strike="noStrike">
                <a:solidFill>
                  <a:srgbClr val="F1F1F1"/>
                </a:solidFill>
                <a:latin typeface="Inter"/>
                <a:ea typeface="Inter"/>
                <a:cs typeface="Inter"/>
                <a:sym typeface="Inter"/>
              </a:rPr>
              <a:t>Guardar registros sin conexión y sincronizarlos al recuperar Internet.</a:t>
            </a:r>
            <a:endParaRPr/>
          </a:p>
        </p:txBody>
      </p:sp>
      <p:sp>
        <p:nvSpPr>
          <p:cNvPr id="126" name="Google Shape;126;p3"/>
          <p:cNvSpPr/>
          <p:nvPr/>
        </p:nvSpPr>
        <p:spPr>
          <a:xfrm>
            <a:off x="866775" y="7715250"/>
            <a:ext cx="1095375" cy="1076325"/>
          </a:xfrm>
          <a:custGeom>
            <a:rect b="b" l="l" r="r" t="t"/>
            <a:pathLst>
              <a:path extrusionOk="0" h="1076325" w="109537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7" name="Google Shape;127;p3"/>
          <p:cNvSpPr txBox="1"/>
          <p:nvPr/>
        </p:nvSpPr>
        <p:spPr>
          <a:xfrm>
            <a:off x="2078987" y="7876926"/>
            <a:ext cx="6413769" cy="11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43" u="none" cap="none" strike="noStrike">
                <a:solidFill>
                  <a:srgbClr val="5D55C2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Fuera del alcance del MVP:</a:t>
            </a:r>
            <a:r>
              <a:rPr b="0" i="0" lang="en-US" sz="2443" u="none" cap="none" strike="noStrike">
                <a:solidFill>
                  <a:srgbClr val="F1F1F1"/>
                </a:solidFill>
                <a:latin typeface="Inter"/>
                <a:ea typeface="Inter"/>
                <a:cs typeface="Inter"/>
                <a:sym typeface="Inter"/>
              </a:rPr>
              <a:t> coach en vivo, redes sociales avanzadas e integración profunda con dispositivos wearables.</a:t>
            </a:r>
            <a:endParaRPr/>
          </a:p>
        </p:txBody>
      </p:sp>
      <p:sp>
        <p:nvSpPr>
          <p:cNvPr id="128" name="Google Shape;128;p3"/>
          <p:cNvSpPr/>
          <p:nvPr/>
        </p:nvSpPr>
        <p:spPr>
          <a:xfrm>
            <a:off x="209550" y="9210675"/>
            <a:ext cx="2190750" cy="1076325"/>
          </a:xfrm>
          <a:custGeom>
            <a:rect b="b" l="l" r="r" t="t"/>
            <a:pathLst>
              <a:path extrusionOk="0" h="1076325" w="2190750">
                <a:moveTo>
                  <a:pt x="0" y="0"/>
                </a:moveTo>
                <a:lnTo>
                  <a:pt x="2190750" y="0"/>
                </a:lnTo>
                <a:lnTo>
                  <a:pt x="21907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9" name="Google Shape;129;p3"/>
          <p:cNvSpPr/>
          <p:nvPr/>
        </p:nvSpPr>
        <p:spPr>
          <a:xfrm>
            <a:off x="10010775" y="209550"/>
            <a:ext cx="8277225" cy="9867900"/>
          </a:xfrm>
          <a:custGeom>
            <a:rect b="b" l="l" r="r" t="t"/>
            <a:pathLst>
              <a:path extrusionOk="0" h="9867900" w="8277225">
                <a:moveTo>
                  <a:pt x="0" y="0"/>
                </a:moveTo>
                <a:lnTo>
                  <a:pt x="8277225" y="0"/>
                </a:lnTo>
                <a:lnTo>
                  <a:pt x="8277225" y="9867900"/>
                </a:lnTo>
                <a:lnTo>
                  <a:pt x="0" y="98679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0" name="Google Shape;130;p3"/>
          <p:cNvSpPr/>
          <p:nvPr/>
        </p:nvSpPr>
        <p:spPr>
          <a:xfrm>
            <a:off x="10010775" y="1285875"/>
            <a:ext cx="7629525" cy="7286625"/>
          </a:xfrm>
          <a:custGeom>
            <a:rect b="b" l="l" r="r" t="t"/>
            <a:pathLst>
              <a:path extrusionOk="0" h="7286625" w="7629525">
                <a:moveTo>
                  <a:pt x="0" y="0"/>
                </a:moveTo>
                <a:lnTo>
                  <a:pt x="7629525" y="0"/>
                </a:lnTo>
                <a:lnTo>
                  <a:pt x="7629525" y="7286625"/>
                </a:lnTo>
                <a:lnTo>
                  <a:pt x="0" y="7286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1" name="Google Shape;131;p3"/>
          <p:cNvSpPr/>
          <p:nvPr/>
        </p:nvSpPr>
        <p:spPr>
          <a:xfrm>
            <a:off x="10010775" y="5033962"/>
            <a:ext cx="8277225" cy="5362575"/>
          </a:xfrm>
          <a:custGeom>
            <a:rect b="b" l="l" r="r" t="t"/>
            <a:pathLst>
              <a:path extrusionOk="0" h="5362575" w="8277225">
                <a:moveTo>
                  <a:pt x="0" y="0"/>
                </a:moveTo>
                <a:lnTo>
                  <a:pt x="8277225" y="0"/>
                </a:lnTo>
                <a:lnTo>
                  <a:pt x="8277225" y="5362576"/>
                </a:lnTo>
                <a:lnTo>
                  <a:pt x="0" y="53625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2" name="Google Shape;132;p3"/>
          <p:cNvSpPr txBox="1"/>
          <p:nvPr/>
        </p:nvSpPr>
        <p:spPr>
          <a:xfrm>
            <a:off x="2113814" y="2271325"/>
            <a:ext cx="6622500" cy="3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43" u="none" cap="none" strike="noStrike">
                <a:solidFill>
                  <a:srgbClr val="2190E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Alcance del proyecto:</a:t>
            </a:r>
            <a:endParaRPr/>
          </a:p>
        </p:txBody>
      </p:sp>
    </p:spTree>
  </p:cSld>
  <p:clrMapOvr>
    <a:masterClrMapping/>
  </p:clrMapOvr>
  <mc:AlternateContent>
    <mc:Choice Requires="p14">
      <p:transition spd="med">
        <p14:flip dir="l"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8" name="Google Shape;138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9" name="Google Shape;139;p4"/>
          <p:cNvSpPr/>
          <p:nvPr/>
        </p:nvSpPr>
        <p:spPr>
          <a:xfrm>
            <a:off x="209550" y="209550"/>
            <a:ext cx="10029825" cy="9867900"/>
          </a:xfrm>
          <a:custGeom>
            <a:rect b="b" l="l" r="r" t="t"/>
            <a:pathLst>
              <a:path extrusionOk="0" h="13157200" w="13373100">
                <a:moveTo>
                  <a:pt x="0" y="0"/>
                </a:moveTo>
                <a:lnTo>
                  <a:pt x="13373100" y="0"/>
                </a:lnTo>
                <a:lnTo>
                  <a:pt x="13373100" y="13157200"/>
                </a:lnTo>
                <a:lnTo>
                  <a:pt x="0" y="1315720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0" name="Google Shape;140;p4"/>
          <p:cNvSpPr txBox="1"/>
          <p:nvPr/>
        </p:nvSpPr>
        <p:spPr>
          <a:xfrm>
            <a:off x="571773" y="572625"/>
            <a:ext cx="9768900" cy="20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6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Cambios y ajustes durante el desarrollo</a:t>
            </a:r>
            <a:endParaRPr/>
          </a:p>
        </p:txBody>
      </p:sp>
      <p:sp>
        <p:nvSpPr>
          <p:cNvPr id="141" name="Google Shape;141;p4"/>
          <p:cNvSpPr txBox="1"/>
          <p:nvPr/>
        </p:nvSpPr>
        <p:spPr>
          <a:xfrm>
            <a:off x="642938" y="2589178"/>
            <a:ext cx="8893969" cy="7516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2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 mantuvo el objetivo de integrar entrenamiento y nutrición, incorporando mejoras como:</a:t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28625" y="3638550"/>
            <a:ext cx="885825" cy="647700"/>
          </a:xfrm>
          <a:custGeom>
            <a:rect b="b" l="l" r="r" t="t"/>
            <a:pathLst>
              <a:path extrusionOk="0" h="863600" w="1181100">
                <a:moveTo>
                  <a:pt x="0" y="0"/>
                </a:moveTo>
                <a:lnTo>
                  <a:pt x="1181100" y="0"/>
                </a:lnTo>
                <a:lnTo>
                  <a:pt x="1181100" y="863600"/>
                </a:lnTo>
                <a:lnTo>
                  <a:pt x="0" y="86360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4"/>
          <p:cNvSpPr txBox="1"/>
          <p:nvPr/>
        </p:nvSpPr>
        <p:spPr>
          <a:xfrm>
            <a:off x="642938" y="3680443"/>
            <a:ext cx="8893969" cy="6684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2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Uso sin conexión: guardado local y sincronización al</a:t>
            </a:r>
            <a:endParaRPr/>
          </a:p>
          <a:p>
            <a:pPr indent="0" lvl="0" marL="0" marR="0" rtl="0" algn="ctr">
              <a:lnSpc>
                <a:spcPct val="12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2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recuperar Internet.</a:t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428625" y="4495800"/>
            <a:ext cx="885825" cy="866775"/>
          </a:xfrm>
          <a:custGeom>
            <a:rect b="b" l="l" r="r" t="t"/>
            <a:pathLst>
              <a:path extrusionOk="0" h="1155700" w="1181100">
                <a:moveTo>
                  <a:pt x="0" y="0"/>
                </a:moveTo>
                <a:lnTo>
                  <a:pt x="1181100" y="0"/>
                </a:lnTo>
                <a:lnTo>
                  <a:pt x="1181100" y="1155700"/>
                </a:lnTo>
                <a:lnTo>
                  <a:pt x="0" y="115570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5" name="Google Shape;145;p4"/>
          <p:cNvSpPr txBox="1"/>
          <p:nvPr/>
        </p:nvSpPr>
        <p:spPr>
          <a:xfrm>
            <a:off x="642938" y="4690055"/>
            <a:ext cx="8893969" cy="6684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2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Registro nutricional: unidades en gramos, mililitros y</a:t>
            </a:r>
            <a:endParaRPr/>
          </a:p>
          <a:p>
            <a:pPr indent="0" lvl="0" marL="0" marR="0" rtl="0" algn="ctr">
              <a:lnSpc>
                <a:spcPct val="12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2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unidades.</a:t>
            </a:r>
            <a:endParaRPr/>
          </a:p>
        </p:txBody>
      </p:sp>
      <p:sp>
        <p:nvSpPr>
          <p:cNvPr id="146" name="Google Shape;146;p4"/>
          <p:cNvSpPr/>
          <p:nvPr/>
        </p:nvSpPr>
        <p:spPr>
          <a:xfrm>
            <a:off x="428625" y="5572125"/>
            <a:ext cx="885825" cy="857250"/>
          </a:xfrm>
          <a:custGeom>
            <a:rect b="b" l="l" r="r" t="t"/>
            <a:pathLst>
              <a:path extrusionOk="0" h="1143000" w="1181100">
                <a:moveTo>
                  <a:pt x="0" y="0"/>
                </a:moveTo>
                <a:lnTo>
                  <a:pt x="1181100" y="0"/>
                </a:lnTo>
                <a:lnTo>
                  <a:pt x="1181100" y="1143000"/>
                </a:lnTo>
                <a:lnTo>
                  <a:pt x="0" y="114300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7" name="Google Shape;147;p4"/>
          <p:cNvSpPr txBox="1"/>
          <p:nvPr/>
        </p:nvSpPr>
        <p:spPr>
          <a:xfrm>
            <a:off x="642938" y="5768841"/>
            <a:ext cx="9697641" cy="361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Historial editable: corrección de comidas de días anteriores.</a:t>
            </a:r>
            <a:endParaRPr/>
          </a:p>
        </p:txBody>
      </p:sp>
      <p:sp>
        <p:nvSpPr>
          <p:cNvPr id="148" name="Google Shape;148;p4"/>
          <p:cNvSpPr/>
          <p:nvPr/>
        </p:nvSpPr>
        <p:spPr>
          <a:xfrm>
            <a:off x="428625" y="6638925"/>
            <a:ext cx="885825" cy="866775"/>
          </a:xfrm>
          <a:custGeom>
            <a:rect b="b" l="l" r="r" t="t"/>
            <a:pathLst>
              <a:path extrusionOk="0" h="1155700" w="1181100">
                <a:moveTo>
                  <a:pt x="0" y="0"/>
                </a:moveTo>
                <a:lnTo>
                  <a:pt x="1181100" y="0"/>
                </a:lnTo>
                <a:lnTo>
                  <a:pt x="1181100" y="1155700"/>
                </a:lnTo>
                <a:lnTo>
                  <a:pt x="0" y="115570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9" name="Google Shape;149;p4"/>
          <p:cNvSpPr/>
          <p:nvPr/>
        </p:nvSpPr>
        <p:spPr>
          <a:xfrm>
            <a:off x="428625" y="7496175"/>
            <a:ext cx="885825" cy="866775"/>
          </a:xfrm>
          <a:custGeom>
            <a:rect b="b" l="l" r="r" t="t"/>
            <a:pathLst>
              <a:path extrusionOk="0" h="1155700" w="1181100">
                <a:moveTo>
                  <a:pt x="0" y="0"/>
                </a:moveTo>
                <a:lnTo>
                  <a:pt x="1181100" y="0"/>
                </a:lnTo>
                <a:lnTo>
                  <a:pt x="1181100" y="1155700"/>
                </a:lnTo>
                <a:lnTo>
                  <a:pt x="0" y="115570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0" name="Google Shape;150;p4"/>
          <p:cNvSpPr txBox="1"/>
          <p:nvPr/>
        </p:nvSpPr>
        <p:spPr>
          <a:xfrm>
            <a:off x="642938" y="7803136"/>
            <a:ext cx="9376172" cy="361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Generación de rutinas: motor por reglas con IA opcional.</a:t>
            </a:r>
            <a:endParaRPr/>
          </a:p>
        </p:txBody>
      </p:sp>
      <p:sp>
        <p:nvSpPr>
          <p:cNvPr id="151" name="Google Shape;151;p4"/>
          <p:cNvSpPr/>
          <p:nvPr/>
        </p:nvSpPr>
        <p:spPr>
          <a:xfrm>
            <a:off x="866775" y="8353425"/>
            <a:ext cx="8277225" cy="1504950"/>
          </a:xfrm>
          <a:custGeom>
            <a:rect b="b" l="l" r="r" t="t"/>
            <a:pathLst>
              <a:path extrusionOk="0" h="2006600" w="11036300">
                <a:moveTo>
                  <a:pt x="0" y="0"/>
                </a:moveTo>
                <a:lnTo>
                  <a:pt x="11036300" y="0"/>
                </a:lnTo>
                <a:lnTo>
                  <a:pt x="11036300" y="2006600"/>
                </a:lnTo>
                <a:lnTo>
                  <a:pt x="0" y="200660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-4244" l="0" r="0" t="-4244"/>
            </a:stretch>
          </a:blipFill>
          <a:ln>
            <a:noFill/>
          </a:ln>
        </p:spPr>
      </p:sp>
      <p:sp>
        <p:nvSpPr>
          <p:cNvPr id="152" name="Google Shape;152;p4"/>
          <p:cNvSpPr/>
          <p:nvPr/>
        </p:nvSpPr>
        <p:spPr>
          <a:xfrm>
            <a:off x="866775" y="8572500"/>
            <a:ext cx="1095375" cy="857250"/>
          </a:xfrm>
          <a:custGeom>
            <a:rect b="b" l="l" r="r" t="t"/>
            <a:pathLst>
              <a:path extrusionOk="0" h="1143000" w="1460500">
                <a:moveTo>
                  <a:pt x="0" y="0"/>
                </a:moveTo>
                <a:lnTo>
                  <a:pt x="1460500" y="0"/>
                </a:lnTo>
                <a:lnTo>
                  <a:pt x="1460500" y="1143000"/>
                </a:lnTo>
                <a:lnTo>
                  <a:pt x="0" y="114300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3" name="Google Shape;153;p4"/>
          <p:cNvSpPr txBox="1"/>
          <p:nvPr/>
        </p:nvSpPr>
        <p:spPr>
          <a:xfrm>
            <a:off x="2089547" y="8676992"/>
            <a:ext cx="6831211" cy="7516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2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Estos ajustes buscan facilitar el registro diario y la consulta del progreso.</a:t>
            </a:r>
            <a:endParaRPr/>
          </a:p>
        </p:txBody>
      </p:sp>
      <p:sp>
        <p:nvSpPr>
          <p:cNvPr id="154" name="Google Shape;154;p4"/>
          <p:cNvSpPr/>
          <p:nvPr/>
        </p:nvSpPr>
        <p:spPr>
          <a:xfrm>
            <a:off x="10229850" y="0"/>
            <a:ext cx="8058150" cy="10287000"/>
          </a:xfrm>
          <a:custGeom>
            <a:rect b="b" l="l" r="r" t="t"/>
            <a:pathLst>
              <a:path extrusionOk="0" h="13716000" w="10744200">
                <a:moveTo>
                  <a:pt x="0" y="0"/>
                </a:moveTo>
                <a:lnTo>
                  <a:pt x="10744200" y="0"/>
                </a:lnTo>
                <a:lnTo>
                  <a:pt x="10744200" y="13716000"/>
                </a:lnTo>
                <a:lnTo>
                  <a:pt x="0" y="1371600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5" name="Google Shape;155;p4"/>
          <p:cNvSpPr txBox="1"/>
          <p:nvPr/>
        </p:nvSpPr>
        <p:spPr>
          <a:xfrm>
            <a:off x="642938" y="6763385"/>
            <a:ext cx="8893969" cy="361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Progreso detallado: filtros por sector y zona muscular.</a:t>
            </a:r>
            <a:endParaRPr/>
          </a:p>
        </p:txBody>
      </p:sp>
    </p:spTree>
  </p:cSld>
  <p:clrMapOvr>
    <a:masterClrMapping/>
  </p:clrMapOvr>
  <mc:AlternateContent>
    <mc:Choice Requires="p14">
      <p:transition spd="med">
        <p14:gallery dir="l"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1" name="Google Shape;161;p5"/>
          <p:cNvSpPr txBox="1"/>
          <p:nvPr/>
        </p:nvSpPr>
        <p:spPr>
          <a:xfrm>
            <a:off x="563799" y="659175"/>
            <a:ext cx="8771400" cy="8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77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Estado de avance</a:t>
            </a: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428625" y="1285875"/>
            <a:ext cx="6762750" cy="219075"/>
          </a:xfrm>
          <a:custGeom>
            <a:rect b="b" l="l" r="r" t="t"/>
            <a:pathLst>
              <a:path extrusionOk="0" h="219075" w="6762750">
                <a:moveTo>
                  <a:pt x="0" y="0"/>
                </a:moveTo>
                <a:lnTo>
                  <a:pt x="6762750" y="0"/>
                </a:lnTo>
                <a:lnTo>
                  <a:pt x="67627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3" name="Google Shape;163;p5"/>
          <p:cNvSpPr/>
          <p:nvPr/>
        </p:nvSpPr>
        <p:spPr>
          <a:xfrm>
            <a:off x="428625" y="1924050"/>
            <a:ext cx="7629525" cy="7505700"/>
          </a:xfrm>
          <a:custGeom>
            <a:rect b="b" l="l" r="r" t="t"/>
            <a:pathLst>
              <a:path extrusionOk="0" h="7505700" w="7629525">
                <a:moveTo>
                  <a:pt x="0" y="0"/>
                </a:moveTo>
                <a:lnTo>
                  <a:pt x="7629525" y="0"/>
                </a:lnTo>
                <a:lnTo>
                  <a:pt x="7629525" y="7505700"/>
                </a:lnTo>
                <a:lnTo>
                  <a:pt x="0" y="7505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4" name="Google Shape;164;p5"/>
          <p:cNvSpPr/>
          <p:nvPr/>
        </p:nvSpPr>
        <p:spPr>
          <a:xfrm>
            <a:off x="1304925" y="2571750"/>
            <a:ext cx="6105525" cy="6000750"/>
          </a:xfrm>
          <a:custGeom>
            <a:rect b="b" l="l" r="r" t="t"/>
            <a:pathLst>
              <a:path extrusionOk="0" h="6000750" w="6105525">
                <a:moveTo>
                  <a:pt x="0" y="0"/>
                </a:moveTo>
                <a:lnTo>
                  <a:pt x="6105525" y="0"/>
                </a:lnTo>
                <a:lnTo>
                  <a:pt x="6105525" y="6000750"/>
                </a:lnTo>
                <a:lnTo>
                  <a:pt x="0" y="60007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5" name="Google Shape;165;p5"/>
          <p:cNvSpPr txBox="1"/>
          <p:nvPr/>
        </p:nvSpPr>
        <p:spPr>
          <a:xfrm>
            <a:off x="1966834" y="4466034"/>
            <a:ext cx="4841400" cy="19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972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98,2%</a:t>
            </a:r>
            <a:endParaRPr sz="100"/>
          </a:p>
        </p:txBody>
      </p:sp>
      <p:sp>
        <p:nvSpPr>
          <p:cNvPr id="166" name="Google Shape;166;p5"/>
          <p:cNvSpPr txBox="1"/>
          <p:nvPr/>
        </p:nvSpPr>
        <p:spPr>
          <a:xfrm>
            <a:off x="2273221" y="6627443"/>
            <a:ext cx="4228583" cy="395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49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51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55 de 56 historias completadas.</a:t>
            </a:r>
            <a:endParaRPr/>
          </a:p>
        </p:txBody>
      </p:sp>
      <p:sp>
        <p:nvSpPr>
          <p:cNvPr id="167" name="Google Shape;167;p5"/>
          <p:cNvSpPr/>
          <p:nvPr/>
        </p:nvSpPr>
        <p:spPr>
          <a:xfrm>
            <a:off x="8486775" y="1285875"/>
            <a:ext cx="8934450" cy="8362950"/>
          </a:xfrm>
          <a:custGeom>
            <a:rect b="b" l="l" r="r" t="t"/>
            <a:pathLst>
              <a:path extrusionOk="0" h="8362950" w="8934450">
                <a:moveTo>
                  <a:pt x="0" y="0"/>
                </a:moveTo>
                <a:lnTo>
                  <a:pt x="8934450" y="0"/>
                </a:lnTo>
                <a:lnTo>
                  <a:pt x="8934450" y="8362950"/>
                </a:lnTo>
                <a:lnTo>
                  <a:pt x="0" y="83629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8" name="Google Shape;168;p5"/>
          <p:cNvSpPr txBox="1"/>
          <p:nvPr/>
        </p:nvSpPr>
        <p:spPr>
          <a:xfrm>
            <a:off x="9230452" y="2126125"/>
            <a:ext cx="6762900" cy="5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93" u="none" cap="none" strike="noStrike">
                <a:solidFill>
                  <a:srgbClr val="1F91E5"/>
                </a:solidFill>
                <a:latin typeface="Roboto"/>
                <a:ea typeface="Roboto"/>
                <a:cs typeface="Roboto"/>
                <a:sym typeface="Roboto"/>
              </a:rPr>
              <a:t>Estado de avance</a:t>
            </a:r>
            <a:endParaRPr/>
          </a:p>
        </p:txBody>
      </p:sp>
      <p:sp>
        <p:nvSpPr>
          <p:cNvPr id="169" name="Google Shape;169;p5"/>
          <p:cNvSpPr txBox="1"/>
          <p:nvPr/>
        </p:nvSpPr>
        <p:spPr>
          <a:xfrm>
            <a:off x="9223621" y="2694875"/>
            <a:ext cx="7071600" cy="4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7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Según el backlog del proyecto:</a:t>
            </a:r>
            <a:endParaRPr/>
          </a:p>
        </p:txBody>
      </p:sp>
      <p:sp>
        <p:nvSpPr>
          <p:cNvPr id="170" name="Google Shape;170;p5"/>
          <p:cNvSpPr/>
          <p:nvPr/>
        </p:nvSpPr>
        <p:spPr>
          <a:xfrm>
            <a:off x="9144000" y="3429000"/>
            <a:ext cx="7620000" cy="219075"/>
          </a:xfrm>
          <a:custGeom>
            <a:rect b="b" l="l" r="r" t="t"/>
            <a:pathLst>
              <a:path extrusionOk="0" h="219075" w="7620000">
                <a:moveTo>
                  <a:pt x="0" y="0"/>
                </a:moveTo>
                <a:lnTo>
                  <a:pt x="7620000" y="0"/>
                </a:lnTo>
                <a:lnTo>
                  <a:pt x="76200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1" name="Google Shape;171;p5"/>
          <p:cNvSpPr/>
          <p:nvPr/>
        </p:nvSpPr>
        <p:spPr>
          <a:xfrm>
            <a:off x="9144000" y="3857625"/>
            <a:ext cx="876300" cy="857250"/>
          </a:xfrm>
          <a:custGeom>
            <a:rect b="b" l="l" r="r" t="t"/>
            <a:pathLst>
              <a:path extrusionOk="0" h="857250" w="876300">
                <a:moveTo>
                  <a:pt x="0" y="0"/>
                </a:moveTo>
                <a:lnTo>
                  <a:pt x="876300" y="0"/>
                </a:lnTo>
                <a:lnTo>
                  <a:pt x="876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2" name="Google Shape;172;p5"/>
          <p:cNvSpPr txBox="1"/>
          <p:nvPr/>
        </p:nvSpPr>
        <p:spPr>
          <a:xfrm>
            <a:off x="10292771" y="3915450"/>
            <a:ext cx="7071600" cy="4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7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55 de 56 historias completadas.</a:t>
            </a:r>
            <a:endParaRPr/>
          </a:p>
        </p:txBody>
      </p:sp>
      <p:sp>
        <p:nvSpPr>
          <p:cNvPr id="173" name="Google Shape;173;p5"/>
          <p:cNvSpPr/>
          <p:nvPr/>
        </p:nvSpPr>
        <p:spPr>
          <a:xfrm>
            <a:off x="9144000" y="4714875"/>
            <a:ext cx="7620000" cy="219075"/>
          </a:xfrm>
          <a:custGeom>
            <a:rect b="b" l="l" r="r" t="t"/>
            <a:pathLst>
              <a:path extrusionOk="0" h="219075" w="7620000">
                <a:moveTo>
                  <a:pt x="0" y="0"/>
                </a:moveTo>
                <a:lnTo>
                  <a:pt x="7620000" y="0"/>
                </a:lnTo>
                <a:lnTo>
                  <a:pt x="76200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4" name="Google Shape;174;p5"/>
          <p:cNvSpPr/>
          <p:nvPr/>
        </p:nvSpPr>
        <p:spPr>
          <a:xfrm>
            <a:off x="9144000" y="5143500"/>
            <a:ext cx="876300" cy="857250"/>
          </a:xfrm>
          <a:custGeom>
            <a:rect b="b" l="l" r="r" t="t"/>
            <a:pathLst>
              <a:path extrusionOk="0" h="857250" w="876300">
                <a:moveTo>
                  <a:pt x="0" y="0"/>
                </a:moveTo>
                <a:lnTo>
                  <a:pt x="876300" y="0"/>
                </a:lnTo>
                <a:lnTo>
                  <a:pt x="876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5" name="Google Shape;175;p5"/>
          <p:cNvSpPr txBox="1"/>
          <p:nvPr/>
        </p:nvSpPr>
        <p:spPr>
          <a:xfrm>
            <a:off x="10292764" y="5110057"/>
            <a:ext cx="57165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75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98,2 % de avance declarado en historias de usuario.</a:t>
            </a:r>
            <a:endParaRPr/>
          </a:p>
        </p:txBody>
      </p:sp>
      <p:sp>
        <p:nvSpPr>
          <p:cNvPr id="176" name="Google Shape;176;p5"/>
          <p:cNvSpPr/>
          <p:nvPr/>
        </p:nvSpPr>
        <p:spPr>
          <a:xfrm>
            <a:off x="9144000" y="6210300"/>
            <a:ext cx="7620000" cy="219075"/>
          </a:xfrm>
          <a:custGeom>
            <a:rect b="b" l="l" r="r" t="t"/>
            <a:pathLst>
              <a:path extrusionOk="0" h="219075" w="7620000">
                <a:moveTo>
                  <a:pt x="0" y="0"/>
                </a:moveTo>
                <a:lnTo>
                  <a:pt x="7620000" y="0"/>
                </a:lnTo>
                <a:lnTo>
                  <a:pt x="76200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7" name="Google Shape;177;p5"/>
          <p:cNvSpPr/>
          <p:nvPr/>
        </p:nvSpPr>
        <p:spPr>
          <a:xfrm>
            <a:off x="9144000" y="6429375"/>
            <a:ext cx="876300" cy="857250"/>
          </a:xfrm>
          <a:custGeom>
            <a:rect b="b" l="l" r="r" t="t"/>
            <a:pathLst>
              <a:path extrusionOk="0" h="857250" w="876300">
                <a:moveTo>
                  <a:pt x="0" y="0"/>
                </a:moveTo>
                <a:lnTo>
                  <a:pt x="876300" y="0"/>
                </a:lnTo>
                <a:lnTo>
                  <a:pt x="876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8" name="Google Shape;178;p5"/>
          <p:cNvSpPr txBox="1"/>
          <p:nvPr/>
        </p:nvSpPr>
        <p:spPr>
          <a:xfrm>
            <a:off x="10285074" y="6491975"/>
            <a:ext cx="62109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75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En progreso: ajuste de la meta calórica según el gasto del entrenamiento.</a:t>
            </a:r>
            <a:endParaRPr/>
          </a:p>
        </p:txBody>
      </p:sp>
      <p:sp>
        <p:nvSpPr>
          <p:cNvPr id="179" name="Google Shape;179;p5"/>
          <p:cNvSpPr/>
          <p:nvPr/>
        </p:nvSpPr>
        <p:spPr>
          <a:xfrm>
            <a:off x="9144000" y="7715250"/>
            <a:ext cx="7620000" cy="219075"/>
          </a:xfrm>
          <a:custGeom>
            <a:rect b="b" l="l" r="r" t="t"/>
            <a:pathLst>
              <a:path extrusionOk="0" h="219075" w="7620000">
                <a:moveTo>
                  <a:pt x="0" y="0"/>
                </a:moveTo>
                <a:lnTo>
                  <a:pt x="7620000" y="0"/>
                </a:lnTo>
                <a:lnTo>
                  <a:pt x="76200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0" name="Google Shape;180;p5"/>
          <p:cNvSpPr/>
          <p:nvPr/>
        </p:nvSpPr>
        <p:spPr>
          <a:xfrm>
            <a:off x="9144000" y="7924800"/>
            <a:ext cx="876300" cy="866775"/>
          </a:xfrm>
          <a:custGeom>
            <a:rect b="b" l="l" r="r" t="t"/>
            <a:pathLst>
              <a:path extrusionOk="0" h="866775" w="876300">
                <a:moveTo>
                  <a:pt x="0" y="0"/>
                </a:moveTo>
                <a:lnTo>
                  <a:pt x="876300" y="0"/>
                </a:lnTo>
                <a:lnTo>
                  <a:pt x="876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1" name="Google Shape;181;p5"/>
          <p:cNvSpPr txBox="1"/>
          <p:nvPr/>
        </p:nvSpPr>
        <p:spPr>
          <a:xfrm>
            <a:off x="10286151" y="7998850"/>
            <a:ext cx="62109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75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Pendiente de acreditar: validación de usabilidad y </a:t>
            </a:r>
            <a:r>
              <a:rPr lang="en-US" sz="257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adherencia</a:t>
            </a:r>
            <a:r>
              <a:rPr b="0" i="0" lang="en-US" sz="2575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con usuarios.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7" name="Google Shape;187;p6"/>
          <p:cNvSpPr txBox="1"/>
          <p:nvPr/>
        </p:nvSpPr>
        <p:spPr>
          <a:xfrm>
            <a:off x="721201" y="981875"/>
            <a:ext cx="135219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101" u="none" cap="none" strike="noStrike">
                <a:solidFill>
                  <a:srgbClr val="F8F8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Metodología de trabajo</a:t>
            </a:r>
            <a:endParaRPr/>
          </a:p>
        </p:txBody>
      </p:sp>
      <p:sp>
        <p:nvSpPr>
          <p:cNvPr id="188" name="Google Shape;188;p6"/>
          <p:cNvSpPr/>
          <p:nvPr/>
        </p:nvSpPr>
        <p:spPr>
          <a:xfrm>
            <a:off x="647700" y="2143125"/>
            <a:ext cx="1095375" cy="219075"/>
          </a:xfrm>
          <a:custGeom>
            <a:rect b="b" l="l" r="r" t="t"/>
            <a:pathLst>
              <a:path extrusionOk="0" h="219075" w="1095375">
                <a:moveTo>
                  <a:pt x="0" y="0"/>
                </a:moveTo>
                <a:lnTo>
                  <a:pt x="1095375" y="0"/>
                </a:lnTo>
                <a:lnTo>
                  <a:pt x="1095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9" name="Google Shape;189;p6"/>
          <p:cNvSpPr/>
          <p:nvPr/>
        </p:nvSpPr>
        <p:spPr>
          <a:xfrm>
            <a:off x="647700" y="2571750"/>
            <a:ext cx="1314450" cy="1285875"/>
          </a:xfrm>
          <a:custGeom>
            <a:rect b="b" l="l" r="r" t="t"/>
            <a:pathLst>
              <a:path extrusionOk="0" h="1285875" w="1314450">
                <a:moveTo>
                  <a:pt x="0" y="0"/>
                </a:moveTo>
                <a:lnTo>
                  <a:pt x="1314450" y="0"/>
                </a:lnTo>
                <a:lnTo>
                  <a:pt x="13144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0" name="Google Shape;190;p6"/>
          <p:cNvSpPr txBox="1"/>
          <p:nvPr/>
        </p:nvSpPr>
        <p:spPr>
          <a:xfrm>
            <a:off x="2298161" y="2728500"/>
            <a:ext cx="7256100" cy="3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11" u="none" cap="none" strike="noStrike">
                <a:solidFill>
                  <a:srgbClr val="1589D6"/>
                </a:solidFill>
                <a:latin typeface="Inter"/>
                <a:ea typeface="Inter"/>
                <a:cs typeface="Inter"/>
                <a:sym typeface="Inter"/>
              </a:rPr>
              <a:t>Metodología de trabajo</a:t>
            </a:r>
            <a:endParaRPr/>
          </a:p>
        </p:txBody>
      </p:sp>
      <p:sp>
        <p:nvSpPr>
          <p:cNvPr id="191" name="Google Shape;191;p6"/>
          <p:cNvSpPr txBox="1"/>
          <p:nvPr/>
        </p:nvSpPr>
        <p:spPr>
          <a:xfrm>
            <a:off x="2287822" y="3279375"/>
            <a:ext cx="8420400" cy="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47" u="none" cap="none" strike="noStrike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Se utilizó un enfoque que combina:</a:t>
            </a:r>
            <a:endParaRPr/>
          </a:p>
        </p:txBody>
      </p:sp>
      <p:sp>
        <p:nvSpPr>
          <p:cNvPr id="192" name="Google Shape;192;p6"/>
          <p:cNvSpPr txBox="1"/>
          <p:nvPr/>
        </p:nvSpPr>
        <p:spPr>
          <a:xfrm>
            <a:off x="2298150" y="3714100"/>
            <a:ext cx="11352900" cy="6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0964" lvl="1" marL="44192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ts val="2046"/>
              <a:buFont typeface="Arial"/>
              <a:buChar char="•"/>
            </a:pPr>
            <a:r>
              <a:rPr b="1" i="0" lang="en-US" sz="2047" u="none" cap="none" strike="noStrike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Design Thinking: </a:t>
            </a:r>
            <a:r>
              <a:rPr b="0" i="0" lang="en-US" sz="2047" u="none" cap="none" strike="noStrike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comprensión de las necesidades y diseño de la experiencia de usuario.</a:t>
            </a:r>
            <a:endParaRPr/>
          </a:p>
        </p:txBody>
      </p:sp>
      <p:sp>
        <p:nvSpPr>
          <p:cNvPr id="193" name="Google Shape;193;p6"/>
          <p:cNvSpPr txBox="1"/>
          <p:nvPr/>
        </p:nvSpPr>
        <p:spPr>
          <a:xfrm>
            <a:off x="2298150" y="4344388"/>
            <a:ext cx="10572600" cy="6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4326" lvl="1" marL="42865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ts val="1986"/>
              <a:buFont typeface="Arial"/>
              <a:buChar char="•"/>
            </a:pPr>
            <a:r>
              <a:rPr b="1" i="0" lang="en-US" sz="1986" u="none" cap="none" strike="noStrike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Scrum simplificado: </a:t>
            </a:r>
            <a:r>
              <a:rPr b="0" i="0" lang="en-US" sz="1986" u="none" cap="none" strike="noStrike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organización del trabajo en iteraciones cortas, con entregas y revisiones.</a:t>
            </a:r>
            <a:endParaRPr/>
          </a:p>
        </p:txBody>
      </p:sp>
      <p:sp>
        <p:nvSpPr>
          <p:cNvPr id="194" name="Google Shape;194;p6"/>
          <p:cNvSpPr txBox="1"/>
          <p:nvPr/>
        </p:nvSpPr>
        <p:spPr>
          <a:xfrm>
            <a:off x="2298151" y="5059700"/>
            <a:ext cx="9647400" cy="6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0964" lvl="1" marL="44192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ts val="2046"/>
              <a:buFont typeface="Arial"/>
              <a:buChar char="•"/>
            </a:pPr>
            <a:r>
              <a:rPr b="1" i="0" lang="en-US" sz="2047" u="none" cap="none" strike="noStrike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Backlog priorizado: </a:t>
            </a:r>
            <a:r>
              <a:rPr b="0" i="0" lang="en-US" sz="2047" u="none" cap="none" strike="noStrike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seguimiento de tareas y criterios para considerarlas terminadas.</a:t>
            </a:r>
            <a:endParaRPr/>
          </a:p>
        </p:txBody>
      </p:sp>
      <p:sp>
        <p:nvSpPr>
          <p:cNvPr id="195" name="Google Shape;195;p6"/>
          <p:cNvSpPr/>
          <p:nvPr/>
        </p:nvSpPr>
        <p:spPr>
          <a:xfrm>
            <a:off x="647700" y="6000750"/>
            <a:ext cx="11115675" cy="219075"/>
          </a:xfrm>
          <a:custGeom>
            <a:rect b="b" l="l" r="r" t="t"/>
            <a:pathLst>
              <a:path extrusionOk="0" h="219075" w="11115675">
                <a:moveTo>
                  <a:pt x="0" y="0"/>
                </a:moveTo>
                <a:lnTo>
                  <a:pt x="11115675" y="0"/>
                </a:lnTo>
                <a:lnTo>
                  <a:pt x="111156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6" name="Google Shape;196;p6"/>
          <p:cNvSpPr/>
          <p:nvPr/>
        </p:nvSpPr>
        <p:spPr>
          <a:xfrm>
            <a:off x="647700" y="6210300"/>
            <a:ext cx="1314450" cy="1295400"/>
          </a:xfrm>
          <a:custGeom>
            <a:rect b="b" l="l" r="r" t="t"/>
            <a:pathLst>
              <a:path extrusionOk="0" h="1295400" w="1314450">
                <a:moveTo>
                  <a:pt x="0" y="0"/>
                </a:moveTo>
                <a:lnTo>
                  <a:pt x="1314450" y="0"/>
                </a:lnTo>
                <a:lnTo>
                  <a:pt x="13144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7" name="Google Shape;197;p6"/>
          <p:cNvSpPr txBox="1"/>
          <p:nvPr/>
        </p:nvSpPr>
        <p:spPr>
          <a:xfrm>
            <a:off x="2197901" y="6956175"/>
            <a:ext cx="5895600" cy="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0964" lvl="1" marL="441928" marR="0" rtl="0" algn="l">
              <a:lnSpc>
                <a:spcPct val="180019"/>
              </a:lnSpc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ts val="2046"/>
              <a:buFont typeface="Arial"/>
              <a:buChar char="•"/>
            </a:pPr>
            <a:r>
              <a:rPr b="1" i="0" lang="en-US" sz="2047" u="none" cap="none" strike="noStrike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1. </a:t>
            </a:r>
            <a:r>
              <a:rPr b="0" i="0" lang="en-US" sz="2047" u="none" cap="none" strike="noStrike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Cuenta y perfil.</a:t>
            </a:r>
            <a:endParaRPr/>
          </a:p>
        </p:txBody>
      </p:sp>
      <p:sp>
        <p:nvSpPr>
          <p:cNvPr id="198" name="Google Shape;198;p6"/>
          <p:cNvSpPr txBox="1"/>
          <p:nvPr/>
        </p:nvSpPr>
        <p:spPr>
          <a:xfrm>
            <a:off x="2197440" y="7438375"/>
            <a:ext cx="6977100" cy="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0964" lvl="1" marL="441928" marR="0" rtl="0" algn="l">
              <a:lnSpc>
                <a:spcPct val="180019"/>
              </a:lnSpc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ts val="2046"/>
              <a:buFont typeface="Arial"/>
              <a:buChar char="•"/>
            </a:pPr>
            <a:r>
              <a:rPr b="1" i="0" lang="en-US" sz="2047" u="none" cap="none" strike="noStrike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2. </a:t>
            </a:r>
            <a:r>
              <a:rPr b="0" i="0" lang="en-US" sz="2047" u="none" cap="none" strike="noStrike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Entrenamiento.</a:t>
            </a:r>
            <a:endParaRPr/>
          </a:p>
        </p:txBody>
      </p:sp>
      <p:sp>
        <p:nvSpPr>
          <p:cNvPr id="199" name="Google Shape;199;p6"/>
          <p:cNvSpPr txBox="1"/>
          <p:nvPr/>
        </p:nvSpPr>
        <p:spPr>
          <a:xfrm>
            <a:off x="2192286" y="7920575"/>
            <a:ext cx="6982200" cy="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0964" lvl="1" marL="441928" marR="0" rtl="0" algn="l">
              <a:lnSpc>
                <a:spcPct val="180019"/>
              </a:lnSpc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ts val="2046"/>
              <a:buFont typeface="Arial"/>
              <a:buChar char="•"/>
            </a:pPr>
            <a:r>
              <a:rPr b="1" i="0" lang="en-US" sz="2047" u="none" cap="none" strike="noStrike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3. </a:t>
            </a:r>
            <a:r>
              <a:rPr b="0" i="0" lang="en-US" sz="2047" u="none" cap="none" strike="noStrike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Nutrición y hábitos.</a:t>
            </a:r>
            <a:endParaRPr/>
          </a:p>
        </p:txBody>
      </p:sp>
      <p:sp>
        <p:nvSpPr>
          <p:cNvPr id="200" name="Google Shape;200;p6"/>
          <p:cNvSpPr txBox="1"/>
          <p:nvPr/>
        </p:nvSpPr>
        <p:spPr>
          <a:xfrm>
            <a:off x="2162227" y="8387725"/>
            <a:ext cx="8925600" cy="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0964" lvl="1" marL="441928" marR="0" rtl="0" algn="l">
              <a:lnSpc>
                <a:spcPct val="180019"/>
              </a:lnSpc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ts val="2046"/>
              <a:buFont typeface="Arial"/>
              <a:buChar char="•"/>
            </a:pPr>
            <a:r>
              <a:rPr b="1" i="0" lang="en-US" sz="2047" u="none" cap="none" strike="noStrike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4. </a:t>
            </a:r>
            <a:r>
              <a:rPr b="0" i="0" lang="en-US" sz="2047" u="none" cap="none" strike="noStrike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Progreso, IA y funcionamiento sin conexión.</a:t>
            </a:r>
            <a:endParaRPr/>
          </a:p>
        </p:txBody>
      </p:sp>
      <p:sp>
        <p:nvSpPr>
          <p:cNvPr id="201" name="Google Shape;201;p6"/>
          <p:cNvSpPr txBox="1"/>
          <p:nvPr/>
        </p:nvSpPr>
        <p:spPr>
          <a:xfrm>
            <a:off x="2296553" y="6405300"/>
            <a:ext cx="6127200" cy="3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11" u="none" cap="none" strike="noStrike">
                <a:solidFill>
                  <a:srgbClr val="1589D6"/>
                </a:solidFill>
                <a:latin typeface="Inter"/>
                <a:ea typeface="Inter"/>
                <a:cs typeface="Inter"/>
                <a:sym typeface="Inter"/>
              </a:rPr>
              <a:t>Iteraciones del proyecto</a:t>
            </a:r>
            <a:endParaRPr/>
          </a:p>
        </p:txBody>
      </p:sp>
    </p:spTree>
  </p:cSld>
  <p:clrMapOvr>
    <a:masterClrMapping/>
  </p:clrMapOvr>
  <mc:AlternateContent>
    <mc:Choice Requires="p14">
      <p:transition spd="med">
        <p14:flip dir="l"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7" name="Google Shape;207;p7"/>
          <p:cNvSpPr/>
          <p:nvPr/>
        </p:nvSpPr>
        <p:spPr>
          <a:xfrm>
            <a:off x="647700" y="428625"/>
            <a:ext cx="16773525" cy="9429750"/>
          </a:xfrm>
          <a:custGeom>
            <a:rect b="b" l="l" r="r" t="t"/>
            <a:pathLst>
              <a:path extrusionOk="0" h="9429750" w="16773525">
                <a:moveTo>
                  <a:pt x="0" y="0"/>
                </a:moveTo>
                <a:lnTo>
                  <a:pt x="16773525" y="0"/>
                </a:lnTo>
                <a:lnTo>
                  <a:pt x="16773525" y="9429750"/>
                </a:lnTo>
                <a:lnTo>
                  <a:pt x="0" y="94297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8" name="Google Shape;208;p7"/>
          <p:cNvSpPr txBox="1"/>
          <p:nvPr/>
        </p:nvSpPr>
        <p:spPr>
          <a:xfrm>
            <a:off x="5823603" y="548022"/>
            <a:ext cx="6468093" cy="938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206" u="none" cap="none" strike="noStrike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Mapa tecnológico</a:t>
            </a:r>
            <a:endParaRPr/>
          </a:p>
        </p:txBody>
      </p:sp>
      <p:sp>
        <p:nvSpPr>
          <p:cNvPr id="209" name="Google Shape;209;p7"/>
          <p:cNvSpPr/>
          <p:nvPr/>
        </p:nvSpPr>
        <p:spPr>
          <a:xfrm>
            <a:off x="1085850" y="1714500"/>
            <a:ext cx="5229225" cy="1504950"/>
          </a:xfrm>
          <a:custGeom>
            <a:rect b="b" l="l" r="r" t="t"/>
            <a:pathLst>
              <a:path extrusionOk="0" h="1504950" w="5229225">
                <a:moveTo>
                  <a:pt x="0" y="0"/>
                </a:moveTo>
                <a:lnTo>
                  <a:pt x="5229225" y="0"/>
                </a:lnTo>
                <a:lnTo>
                  <a:pt x="52292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0" name="Google Shape;210;p7"/>
          <p:cNvSpPr/>
          <p:nvPr/>
        </p:nvSpPr>
        <p:spPr>
          <a:xfrm>
            <a:off x="1304925" y="1924050"/>
            <a:ext cx="1314450" cy="1076325"/>
          </a:xfrm>
          <a:custGeom>
            <a:rect b="b" l="l" r="r" t="t"/>
            <a:pathLst>
              <a:path extrusionOk="0" h="1076325" w="1314450">
                <a:moveTo>
                  <a:pt x="0" y="0"/>
                </a:moveTo>
                <a:lnTo>
                  <a:pt x="1314450" y="0"/>
                </a:lnTo>
                <a:lnTo>
                  <a:pt x="1314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1" name="Google Shape;211;p7"/>
          <p:cNvSpPr txBox="1"/>
          <p:nvPr/>
        </p:nvSpPr>
        <p:spPr>
          <a:xfrm>
            <a:off x="2740684" y="2196070"/>
            <a:ext cx="1858931" cy="4833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2" u="none" cap="none" strike="noStrike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Aplicación</a:t>
            </a:r>
            <a:endParaRPr/>
          </a:p>
        </p:txBody>
      </p:sp>
      <p:sp>
        <p:nvSpPr>
          <p:cNvPr id="212" name="Google Shape;212;p7"/>
          <p:cNvSpPr/>
          <p:nvPr/>
        </p:nvSpPr>
        <p:spPr>
          <a:xfrm>
            <a:off x="1085850" y="3209925"/>
            <a:ext cx="5229225" cy="2152650"/>
          </a:xfrm>
          <a:custGeom>
            <a:rect b="b" l="l" r="r" t="t"/>
            <a:pathLst>
              <a:path extrusionOk="0" h="2152650" w="5229225">
                <a:moveTo>
                  <a:pt x="0" y="0"/>
                </a:moveTo>
                <a:lnTo>
                  <a:pt x="5229225" y="0"/>
                </a:lnTo>
                <a:lnTo>
                  <a:pt x="5229225" y="2152650"/>
                </a:lnTo>
                <a:lnTo>
                  <a:pt x="0" y="21526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3" name="Google Shape;213;p7"/>
          <p:cNvSpPr/>
          <p:nvPr/>
        </p:nvSpPr>
        <p:spPr>
          <a:xfrm>
            <a:off x="1304925" y="3429000"/>
            <a:ext cx="1314450" cy="1285875"/>
          </a:xfrm>
          <a:custGeom>
            <a:rect b="b" l="l" r="r" t="t"/>
            <a:pathLst>
              <a:path extrusionOk="0" h="1285875" w="1314450">
                <a:moveTo>
                  <a:pt x="0" y="0"/>
                </a:moveTo>
                <a:lnTo>
                  <a:pt x="1314450" y="0"/>
                </a:lnTo>
                <a:lnTo>
                  <a:pt x="13144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4" name="Google Shape;214;p7"/>
          <p:cNvSpPr txBox="1"/>
          <p:nvPr/>
        </p:nvSpPr>
        <p:spPr>
          <a:xfrm>
            <a:off x="2742365" y="3727550"/>
            <a:ext cx="3081300" cy="3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11" u="none" cap="none" strike="noStrike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Flutter y Dart</a:t>
            </a:r>
            <a:endParaRPr/>
          </a:p>
        </p:txBody>
      </p:sp>
      <p:sp>
        <p:nvSpPr>
          <p:cNvPr id="215" name="Google Shape;215;p7"/>
          <p:cNvSpPr txBox="1"/>
          <p:nvPr/>
        </p:nvSpPr>
        <p:spPr>
          <a:xfrm>
            <a:off x="2727059" y="4236690"/>
            <a:ext cx="3221464" cy="3123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40" u="none" cap="none" strike="noStrike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Desarrollo de la aplicación móvil.</a:t>
            </a:r>
            <a:endParaRPr/>
          </a:p>
        </p:txBody>
      </p:sp>
      <p:sp>
        <p:nvSpPr>
          <p:cNvPr id="216" name="Google Shape;216;p7"/>
          <p:cNvSpPr/>
          <p:nvPr/>
        </p:nvSpPr>
        <p:spPr>
          <a:xfrm>
            <a:off x="1085850" y="5143500"/>
            <a:ext cx="5229225" cy="2143125"/>
          </a:xfrm>
          <a:custGeom>
            <a:rect b="b" l="l" r="r" t="t"/>
            <a:pathLst>
              <a:path extrusionOk="0" h="2143125" w="5229225">
                <a:moveTo>
                  <a:pt x="0" y="0"/>
                </a:moveTo>
                <a:lnTo>
                  <a:pt x="5229225" y="0"/>
                </a:lnTo>
                <a:lnTo>
                  <a:pt x="5229225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7" name="Google Shape;217;p7"/>
          <p:cNvSpPr/>
          <p:nvPr/>
        </p:nvSpPr>
        <p:spPr>
          <a:xfrm>
            <a:off x="1304925" y="5572125"/>
            <a:ext cx="1314450" cy="1285875"/>
          </a:xfrm>
          <a:custGeom>
            <a:rect b="b" l="l" r="r" t="t"/>
            <a:pathLst>
              <a:path extrusionOk="0" h="1285875" w="1314450">
                <a:moveTo>
                  <a:pt x="0" y="0"/>
                </a:moveTo>
                <a:lnTo>
                  <a:pt x="1314450" y="0"/>
                </a:lnTo>
                <a:lnTo>
                  <a:pt x="13144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8" name="Google Shape;218;p7"/>
          <p:cNvSpPr txBox="1"/>
          <p:nvPr/>
        </p:nvSpPr>
        <p:spPr>
          <a:xfrm>
            <a:off x="2727248" y="6195640"/>
            <a:ext cx="3202539" cy="3123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40" u="none" cap="none" strike="noStrike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Gestión del estado de la interfaz.</a:t>
            </a:r>
            <a:endParaRPr/>
          </a:p>
        </p:txBody>
      </p:sp>
      <p:sp>
        <p:nvSpPr>
          <p:cNvPr id="219" name="Google Shape;219;p7"/>
          <p:cNvSpPr/>
          <p:nvPr/>
        </p:nvSpPr>
        <p:spPr>
          <a:xfrm>
            <a:off x="1085850" y="7067550"/>
            <a:ext cx="5229225" cy="2152650"/>
          </a:xfrm>
          <a:custGeom>
            <a:rect b="b" l="l" r="r" t="t"/>
            <a:pathLst>
              <a:path extrusionOk="0" h="2152650" w="5229225">
                <a:moveTo>
                  <a:pt x="0" y="0"/>
                </a:moveTo>
                <a:lnTo>
                  <a:pt x="5229225" y="0"/>
                </a:lnTo>
                <a:lnTo>
                  <a:pt x="5229225" y="2152650"/>
                </a:lnTo>
                <a:lnTo>
                  <a:pt x="0" y="21526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0" name="Google Shape;220;p7"/>
          <p:cNvSpPr/>
          <p:nvPr/>
        </p:nvSpPr>
        <p:spPr>
          <a:xfrm>
            <a:off x="1304925" y="7496175"/>
            <a:ext cx="1314450" cy="1295400"/>
          </a:xfrm>
          <a:custGeom>
            <a:rect b="b" l="l" r="r" t="t"/>
            <a:pathLst>
              <a:path extrusionOk="0" h="1295400" w="1314450">
                <a:moveTo>
                  <a:pt x="0" y="0"/>
                </a:moveTo>
                <a:lnTo>
                  <a:pt x="1314450" y="0"/>
                </a:lnTo>
                <a:lnTo>
                  <a:pt x="13144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1" name="Google Shape;221;p7"/>
          <p:cNvSpPr txBox="1"/>
          <p:nvPr/>
        </p:nvSpPr>
        <p:spPr>
          <a:xfrm>
            <a:off x="2732667" y="7660525"/>
            <a:ext cx="4350300" cy="3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11" u="none" cap="none" strike="noStrike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Cola y caché locales</a:t>
            </a:r>
            <a:endParaRPr/>
          </a:p>
        </p:txBody>
      </p:sp>
      <p:sp>
        <p:nvSpPr>
          <p:cNvPr id="222" name="Google Shape;222;p7"/>
          <p:cNvSpPr txBox="1"/>
          <p:nvPr/>
        </p:nvSpPr>
        <p:spPr>
          <a:xfrm>
            <a:off x="2725603" y="8169659"/>
            <a:ext cx="3367015" cy="3123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40" u="none" cap="none" strike="noStrike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Guardado y consulta sin conexión.</a:t>
            </a:r>
            <a:endParaRPr/>
          </a:p>
        </p:txBody>
      </p:sp>
      <p:sp>
        <p:nvSpPr>
          <p:cNvPr id="223" name="Google Shape;223;p7"/>
          <p:cNvSpPr/>
          <p:nvPr/>
        </p:nvSpPr>
        <p:spPr>
          <a:xfrm>
            <a:off x="6305550" y="1714500"/>
            <a:ext cx="5457825" cy="1504950"/>
          </a:xfrm>
          <a:custGeom>
            <a:rect b="b" l="l" r="r" t="t"/>
            <a:pathLst>
              <a:path extrusionOk="0" h="1504950" w="5457825">
                <a:moveTo>
                  <a:pt x="0" y="0"/>
                </a:moveTo>
                <a:lnTo>
                  <a:pt x="5457825" y="0"/>
                </a:lnTo>
                <a:lnTo>
                  <a:pt x="54578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4" name="Google Shape;224;p7"/>
          <p:cNvSpPr/>
          <p:nvPr/>
        </p:nvSpPr>
        <p:spPr>
          <a:xfrm>
            <a:off x="6743700" y="1924050"/>
            <a:ext cx="1314450" cy="1076325"/>
          </a:xfrm>
          <a:custGeom>
            <a:rect b="b" l="l" r="r" t="t"/>
            <a:pathLst>
              <a:path extrusionOk="0" h="1076325" w="1314450">
                <a:moveTo>
                  <a:pt x="0" y="0"/>
                </a:moveTo>
                <a:lnTo>
                  <a:pt x="1314450" y="0"/>
                </a:lnTo>
                <a:lnTo>
                  <a:pt x="1314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5" name="Google Shape;225;p7"/>
          <p:cNvSpPr txBox="1"/>
          <p:nvPr/>
        </p:nvSpPr>
        <p:spPr>
          <a:xfrm>
            <a:off x="8128647" y="2196075"/>
            <a:ext cx="19248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2" u="none" cap="none" strike="noStrike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Firebase</a:t>
            </a:r>
            <a:endParaRPr/>
          </a:p>
        </p:txBody>
      </p:sp>
      <p:sp>
        <p:nvSpPr>
          <p:cNvPr id="226" name="Google Shape;226;p7"/>
          <p:cNvSpPr/>
          <p:nvPr/>
        </p:nvSpPr>
        <p:spPr>
          <a:xfrm>
            <a:off x="6305550" y="3209925"/>
            <a:ext cx="5457825" cy="2152650"/>
          </a:xfrm>
          <a:custGeom>
            <a:rect b="b" l="l" r="r" t="t"/>
            <a:pathLst>
              <a:path extrusionOk="0" h="2152650" w="5457825">
                <a:moveTo>
                  <a:pt x="0" y="0"/>
                </a:moveTo>
                <a:lnTo>
                  <a:pt x="5457825" y="0"/>
                </a:lnTo>
                <a:lnTo>
                  <a:pt x="5457825" y="2152650"/>
                </a:lnTo>
                <a:lnTo>
                  <a:pt x="0" y="21526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7" name="Google Shape;227;p7"/>
          <p:cNvSpPr/>
          <p:nvPr/>
        </p:nvSpPr>
        <p:spPr>
          <a:xfrm>
            <a:off x="6743700" y="3429000"/>
            <a:ext cx="1314450" cy="1285875"/>
          </a:xfrm>
          <a:custGeom>
            <a:rect b="b" l="l" r="r" t="t"/>
            <a:pathLst>
              <a:path extrusionOk="0" h="1285875" w="1314450">
                <a:moveTo>
                  <a:pt x="0" y="0"/>
                </a:moveTo>
                <a:lnTo>
                  <a:pt x="1314450" y="0"/>
                </a:lnTo>
                <a:lnTo>
                  <a:pt x="13144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8" name="Google Shape;228;p7"/>
          <p:cNvSpPr txBox="1"/>
          <p:nvPr/>
        </p:nvSpPr>
        <p:spPr>
          <a:xfrm>
            <a:off x="8044242" y="3727550"/>
            <a:ext cx="3221400" cy="3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11" u="none" cap="none" strike="noStrike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Authentication</a:t>
            </a:r>
            <a:endParaRPr/>
          </a:p>
        </p:txBody>
      </p:sp>
      <p:sp>
        <p:nvSpPr>
          <p:cNvPr id="229" name="Google Shape;229;p7"/>
          <p:cNvSpPr txBox="1"/>
          <p:nvPr/>
        </p:nvSpPr>
        <p:spPr>
          <a:xfrm>
            <a:off x="8037401" y="4236690"/>
            <a:ext cx="2610672" cy="3123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40" u="none" cap="none" strike="noStrike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Registro e inicio de sesión.</a:t>
            </a:r>
            <a:endParaRPr/>
          </a:p>
        </p:txBody>
      </p:sp>
      <p:sp>
        <p:nvSpPr>
          <p:cNvPr id="230" name="Google Shape;230;p7"/>
          <p:cNvSpPr/>
          <p:nvPr/>
        </p:nvSpPr>
        <p:spPr>
          <a:xfrm>
            <a:off x="6305550" y="5143500"/>
            <a:ext cx="5457825" cy="2143125"/>
          </a:xfrm>
          <a:custGeom>
            <a:rect b="b" l="l" r="r" t="t"/>
            <a:pathLst>
              <a:path extrusionOk="0" h="2143125" w="5457825">
                <a:moveTo>
                  <a:pt x="0" y="0"/>
                </a:moveTo>
                <a:lnTo>
                  <a:pt x="5457825" y="0"/>
                </a:lnTo>
                <a:lnTo>
                  <a:pt x="5457825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1" name="Google Shape;231;p7"/>
          <p:cNvSpPr/>
          <p:nvPr/>
        </p:nvSpPr>
        <p:spPr>
          <a:xfrm>
            <a:off x="6743700" y="5572125"/>
            <a:ext cx="1314450" cy="1285875"/>
          </a:xfrm>
          <a:custGeom>
            <a:rect b="b" l="l" r="r" t="t"/>
            <a:pathLst>
              <a:path extrusionOk="0" h="1285875" w="1314450">
                <a:moveTo>
                  <a:pt x="0" y="0"/>
                </a:moveTo>
                <a:lnTo>
                  <a:pt x="1314450" y="0"/>
                </a:lnTo>
                <a:lnTo>
                  <a:pt x="13144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2" name="Google Shape;232;p7"/>
          <p:cNvSpPr txBox="1"/>
          <p:nvPr/>
        </p:nvSpPr>
        <p:spPr>
          <a:xfrm>
            <a:off x="8043474" y="5686500"/>
            <a:ext cx="3366900" cy="3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11" u="none" cap="none" strike="noStrike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Cloud Firestore</a:t>
            </a:r>
            <a:endParaRPr/>
          </a:p>
        </p:txBody>
      </p:sp>
      <p:sp>
        <p:nvSpPr>
          <p:cNvPr id="233" name="Google Shape;233;p7"/>
          <p:cNvSpPr txBox="1"/>
          <p:nvPr/>
        </p:nvSpPr>
        <p:spPr>
          <a:xfrm>
            <a:off x="8028705" y="6196181"/>
            <a:ext cx="3480252" cy="2991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17" u="none" cap="none" strike="noStrike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Almacenamiento de datos por usuario.</a:t>
            </a:r>
            <a:endParaRPr/>
          </a:p>
        </p:txBody>
      </p:sp>
      <p:sp>
        <p:nvSpPr>
          <p:cNvPr id="234" name="Google Shape;234;p7"/>
          <p:cNvSpPr/>
          <p:nvPr/>
        </p:nvSpPr>
        <p:spPr>
          <a:xfrm>
            <a:off x="6305550" y="7067550"/>
            <a:ext cx="5457825" cy="2152650"/>
          </a:xfrm>
          <a:custGeom>
            <a:rect b="b" l="l" r="r" t="t"/>
            <a:pathLst>
              <a:path extrusionOk="0" h="2152650" w="5457825">
                <a:moveTo>
                  <a:pt x="0" y="0"/>
                </a:moveTo>
                <a:lnTo>
                  <a:pt x="5457825" y="0"/>
                </a:lnTo>
                <a:lnTo>
                  <a:pt x="5457825" y="2152650"/>
                </a:lnTo>
                <a:lnTo>
                  <a:pt x="0" y="21526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5" name="Google Shape;235;p7"/>
          <p:cNvSpPr/>
          <p:nvPr/>
        </p:nvSpPr>
        <p:spPr>
          <a:xfrm>
            <a:off x="6743700" y="7496175"/>
            <a:ext cx="1314450" cy="1295400"/>
          </a:xfrm>
          <a:custGeom>
            <a:rect b="b" l="l" r="r" t="t"/>
            <a:pathLst>
              <a:path extrusionOk="0" h="1295400" w="1314450">
                <a:moveTo>
                  <a:pt x="0" y="0"/>
                </a:moveTo>
                <a:lnTo>
                  <a:pt x="1314450" y="0"/>
                </a:lnTo>
                <a:lnTo>
                  <a:pt x="13144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6" name="Google Shape;236;p7"/>
          <p:cNvSpPr txBox="1"/>
          <p:nvPr/>
        </p:nvSpPr>
        <p:spPr>
          <a:xfrm>
            <a:off x="8037354" y="7660525"/>
            <a:ext cx="3813600" cy="3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11" u="none" cap="none" strike="noStrike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Firebase App Check</a:t>
            </a:r>
            <a:endParaRPr/>
          </a:p>
        </p:txBody>
      </p:sp>
      <p:sp>
        <p:nvSpPr>
          <p:cNvPr id="237" name="Google Shape;237;p7"/>
          <p:cNvSpPr txBox="1"/>
          <p:nvPr/>
        </p:nvSpPr>
        <p:spPr>
          <a:xfrm>
            <a:off x="8029619" y="8169660"/>
            <a:ext cx="3388862" cy="3123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40" u="none" cap="none" strike="noStrike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Atestación de la aplicación cliente.</a:t>
            </a:r>
            <a:endParaRPr/>
          </a:p>
        </p:txBody>
      </p:sp>
      <p:sp>
        <p:nvSpPr>
          <p:cNvPr id="238" name="Google Shape;238;p7"/>
          <p:cNvSpPr/>
          <p:nvPr/>
        </p:nvSpPr>
        <p:spPr>
          <a:xfrm>
            <a:off x="11753850" y="1495425"/>
            <a:ext cx="5448300" cy="1724025"/>
          </a:xfrm>
          <a:custGeom>
            <a:rect b="b" l="l" r="r" t="t"/>
            <a:pathLst>
              <a:path extrusionOk="0" h="1724025" w="5448300">
                <a:moveTo>
                  <a:pt x="0" y="0"/>
                </a:moveTo>
                <a:lnTo>
                  <a:pt x="5448300" y="0"/>
                </a:lnTo>
                <a:lnTo>
                  <a:pt x="5448300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9" name="Google Shape;239;p7"/>
          <p:cNvSpPr/>
          <p:nvPr/>
        </p:nvSpPr>
        <p:spPr>
          <a:xfrm>
            <a:off x="11972925" y="1924050"/>
            <a:ext cx="1314450" cy="1076325"/>
          </a:xfrm>
          <a:custGeom>
            <a:rect b="b" l="l" r="r" t="t"/>
            <a:pathLst>
              <a:path extrusionOk="0" h="1076325" w="1314450">
                <a:moveTo>
                  <a:pt x="0" y="0"/>
                </a:moveTo>
                <a:lnTo>
                  <a:pt x="1314450" y="0"/>
                </a:lnTo>
                <a:lnTo>
                  <a:pt x="1314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0" name="Google Shape;240;p7"/>
          <p:cNvSpPr txBox="1"/>
          <p:nvPr/>
        </p:nvSpPr>
        <p:spPr>
          <a:xfrm>
            <a:off x="13388625" y="2196075"/>
            <a:ext cx="38136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2" u="none" cap="none" strike="noStrike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Servicios externos</a:t>
            </a:r>
            <a:endParaRPr/>
          </a:p>
        </p:txBody>
      </p:sp>
      <p:sp>
        <p:nvSpPr>
          <p:cNvPr id="241" name="Google Shape;241;p7"/>
          <p:cNvSpPr/>
          <p:nvPr/>
        </p:nvSpPr>
        <p:spPr>
          <a:xfrm>
            <a:off x="11753850" y="3209925"/>
            <a:ext cx="5448300" cy="2362200"/>
          </a:xfrm>
          <a:custGeom>
            <a:rect b="b" l="l" r="r" t="t"/>
            <a:pathLst>
              <a:path extrusionOk="0" h="2362200" w="5448300">
                <a:moveTo>
                  <a:pt x="0" y="0"/>
                </a:moveTo>
                <a:lnTo>
                  <a:pt x="5448300" y="0"/>
                </a:lnTo>
                <a:lnTo>
                  <a:pt x="544830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2" name="Google Shape;242;p7"/>
          <p:cNvSpPr/>
          <p:nvPr/>
        </p:nvSpPr>
        <p:spPr>
          <a:xfrm>
            <a:off x="11972925" y="3638550"/>
            <a:ext cx="1314450" cy="1295400"/>
          </a:xfrm>
          <a:custGeom>
            <a:rect b="b" l="l" r="r" t="t"/>
            <a:pathLst>
              <a:path extrusionOk="0" h="1295400" w="1314450">
                <a:moveTo>
                  <a:pt x="0" y="0"/>
                </a:moveTo>
                <a:lnTo>
                  <a:pt x="1314450" y="0"/>
                </a:lnTo>
                <a:lnTo>
                  <a:pt x="13144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3" name="Google Shape;243;p7"/>
          <p:cNvSpPr txBox="1"/>
          <p:nvPr/>
        </p:nvSpPr>
        <p:spPr>
          <a:xfrm>
            <a:off x="13399299" y="3727550"/>
            <a:ext cx="2858700" cy="3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11" u="none" cap="none" strike="noStrike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Open Food Facts</a:t>
            </a:r>
            <a:endParaRPr/>
          </a:p>
        </p:txBody>
      </p:sp>
      <p:sp>
        <p:nvSpPr>
          <p:cNvPr id="244" name="Google Shape;244;p7"/>
          <p:cNvSpPr txBox="1"/>
          <p:nvPr/>
        </p:nvSpPr>
        <p:spPr>
          <a:xfrm>
            <a:off x="13397935" y="4236690"/>
            <a:ext cx="2338519" cy="6337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40" u="none" cap="none" strike="noStrike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Búsqueda de productos alimenticios.</a:t>
            </a:r>
            <a:endParaRPr/>
          </a:p>
        </p:txBody>
      </p:sp>
      <p:sp>
        <p:nvSpPr>
          <p:cNvPr id="245" name="Google Shape;245;p7"/>
          <p:cNvSpPr/>
          <p:nvPr/>
        </p:nvSpPr>
        <p:spPr>
          <a:xfrm>
            <a:off x="11753850" y="5572125"/>
            <a:ext cx="5448300" cy="3648075"/>
          </a:xfrm>
          <a:custGeom>
            <a:rect b="b" l="l" r="r" t="t"/>
            <a:pathLst>
              <a:path extrusionOk="0" h="3648075" w="5448300">
                <a:moveTo>
                  <a:pt x="0" y="0"/>
                </a:moveTo>
                <a:lnTo>
                  <a:pt x="5448300" y="0"/>
                </a:lnTo>
                <a:lnTo>
                  <a:pt x="5448300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6" name="Google Shape;246;p7"/>
          <p:cNvSpPr/>
          <p:nvPr/>
        </p:nvSpPr>
        <p:spPr>
          <a:xfrm>
            <a:off x="11972925" y="6000750"/>
            <a:ext cx="1314450" cy="1285875"/>
          </a:xfrm>
          <a:custGeom>
            <a:rect b="b" l="l" r="r" t="t"/>
            <a:pathLst>
              <a:path extrusionOk="0" h="1285875" w="1314450">
                <a:moveTo>
                  <a:pt x="0" y="0"/>
                </a:moveTo>
                <a:lnTo>
                  <a:pt x="1314450" y="0"/>
                </a:lnTo>
                <a:lnTo>
                  <a:pt x="13144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7" name="Google Shape;247;p7"/>
          <p:cNvSpPr txBox="1"/>
          <p:nvPr/>
        </p:nvSpPr>
        <p:spPr>
          <a:xfrm>
            <a:off x="13386505" y="7005805"/>
            <a:ext cx="33840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40" u="none" cap="none" strike="noStrike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Apoyo para generar rutinas con IA.</a:t>
            </a:r>
            <a:endParaRPr/>
          </a:p>
        </p:txBody>
      </p:sp>
      <p:sp>
        <p:nvSpPr>
          <p:cNvPr id="248" name="Google Shape;248;p7"/>
          <p:cNvSpPr txBox="1"/>
          <p:nvPr/>
        </p:nvSpPr>
        <p:spPr>
          <a:xfrm>
            <a:off x="13386512" y="6123496"/>
            <a:ext cx="3480900" cy="7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79" u="none" cap="none" strike="noStrike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Gemini </a:t>
            </a:r>
            <a:endParaRPr b="1" i="0" sz="2179" u="none" cap="none" strike="noStrike">
              <a:solidFill>
                <a:srgbClr val="F8F8F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20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79" u="none" cap="none" strike="noStrike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(opcional, por proxy)</a:t>
            </a:r>
            <a:endParaRPr/>
          </a:p>
        </p:txBody>
      </p:sp>
      <p:sp>
        <p:nvSpPr>
          <p:cNvPr id="249" name="Google Shape;249;p7"/>
          <p:cNvSpPr txBox="1"/>
          <p:nvPr/>
        </p:nvSpPr>
        <p:spPr>
          <a:xfrm>
            <a:off x="2747602" y="5686500"/>
            <a:ext cx="2338500" cy="3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11" u="none" cap="none" strike="noStrike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Riverpod</a:t>
            </a:r>
            <a:endParaRPr/>
          </a:p>
        </p:txBody>
      </p:sp>
    </p:spTree>
  </p:cSld>
  <p:clrMapOvr>
    <a:masterClrMapping/>
  </p:clrMapOvr>
  <p:transition spd="med"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5" name="Google Shape;255;p8"/>
          <p:cNvSpPr txBox="1"/>
          <p:nvPr/>
        </p:nvSpPr>
        <p:spPr>
          <a:xfrm>
            <a:off x="442169" y="442176"/>
            <a:ext cx="6682328" cy="16467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246" u="none" cap="none" strike="noStrike">
                <a:solidFill>
                  <a:srgbClr val="F4F4F4"/>
                </a:solidFill>
                <a:latin typeface="Arial"/>
                <a:ea typeface="Arial"/>
                <a:cs typeface="Arial"/>
                <a:sym typeface="Arial"/>
              </a:rPr>
              <a:t>Arquitectura de la solución</a:t>
            </a:r>
            <a:endParaRPr/>
          </a:p>
        </p:txBody>
      </p:sp>
      <p:sp>
        <p:nvSpPr>
          <p:cNvPr id="256" name="Google Shape;256;p8"/>
          <p:cNvSpPr/>
          <p:nvPr/>
        </p:nvSpPr>
        <p:spPr>
          <a:xfrm>
            <a:off x="428625" y="2143125"/>
            <a:ext cx="1095375" cy="219075"/>
          </a:xfrm>
          <a:custGeom>
            <a:rect b="b" l="l" r="r" t="t"/>
            <a:pathLst>
              <a:path extrusionOk="0" h="219075" w="1095375">
                <a:moveTo>
                  <a:pt x="0" y="0"/>
                </a:moveTo>
                <a:lnTo>
                  <a:pt x="1095375" y="0"/>
                </a:lnTo>
                <a:lnTo>
                  <a:pt x="1095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7" name="Google Shape;257;p8"/>
          <p:cNvSpPr/>
          <p:nvPr/>
        </p:nvSpPr>
        <p:spPr>
          <a:xfrm>
            <a:off x="428625" y="2352675"/>
            <a:ext cx="8286750" cy="7505700"/>
          </a:xfrm>
          <a:custGeom>
            <a:rect b="b" l="l" r="r" t="t"/>
            <a:pathLst>
              <a:path extrusionOk="0" h="7505700" w="8286750">
                <a:moveTo>
                  <a:pt x="0" y="0"/>
                </a:moveTo>
                <a:lnTo>
                  <a:pt x="8286750" y="0"/>
                </a:lnTo>
                <a:lnTo>
                  <a:pt x="8286750" y="7505700"/>
                </a:lnTo>
                <a:lnTo>
                  <a:pt x="0" y="7505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8" name="Google Shape;258;p8"/>
          <p:cNvSpPr txBox="1"/>
          <p:nvPr/>
        </p:nvSpPr>
        <p:spPr>
          <a:xfrm>
            <a:off x="1965005" y="2842468"/>
            <a:ext cx="5384010" cy="6690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1" u="none" cap="none" strike="noStrike">
                <a:solidFill>
                  <a:srgbClr val="F4F4F4"/>
                </a:solidFill>
                <a:latin typeface="Arial"/>
                <a:ea typeface="Arial"/>
                <a:cs typeface="Arial"/>
                <a:sym typeface="Arial"/>
              </a:rPr>
              <a:t>Arquitectura de la solución</a:t>
            </a:r>
            <a:endParaRPr/>
          </a:p>
          <a:p>
            <a:pPr indent="0" lvl="0" marL="0" marR="0" rtl="0" algn="ctr">
              <a:lnSpc>
                <a:spcPct val="120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1" u="none" cap="none" strike="noStrike">
                <a:solidFill>
                  <a:srgbClr val="F4F4F4"/>
                </a:solidFill>
                <a:latin typeface="Arial"/>
                <a:ea typeface="Arial"/>
                <a:cs typeface="Arial"/>
                <a:sym typeface="Arial"/>
              </a:rPr>
              <a:t>BalanCore se organiza en cuatro niveles:</a:t>
            </a:r>
            <a:endParaRPr/>
          </a:p>
        </p:txBody>
      </p:sp>
      <p:sp>
        <p:nvSpPr>
          <p:cNvPr id="259" name="Google Shape;259;p8"/>
          <p:cNvSpPr/>
          <p:nvPr/>
        </p:nvSpPr>
        <p:spPr>
          <a:xfrm>
            <a:off x="866775" y="3638550"/>
            <a:ext cx="1095375" cy="1076325"/>
          </a:xfrm>
          <a:custGeom>
            <a:rect b="b" l="l" r="r" t="t"/>
            <a:pathLst>
              <a:path extrusionOk="0" h="1076325" w="109537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0" name="Google Shape;260;p8"/>
          <p:cNvSpPr/>
          <p:nvPr/>
        </p:nvSpPr>
        <p:spPr>
          <a:xfrm>
            <a:off x="1085850" y="3857625"/>
            <a:ext cx="657225" cy="647700"/>
          </a:xfrm>
          <a:custGeom>
            <a:rect b="b" l="l" r="r" t="t"/>
            <a:pathLst>
              <a:path extrusionOk="0"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1" name="Google Shape;261;p8"/>
          <p:cNvSpPr txBox="1"/>
          <p:nvPr/>
        </p:nvSpPr>
        <p:spPr>
          <a:xfrm>
            <a:off x="1821656" y="3789520"/>
            <a:ext cx="6563320" cy="704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43310" lvl="1" marL="486620" marR="0" rtl="0" algn="l">
              <a:lnSpc>
                <a:spcPct val="129991"/>
              </a:lnSpc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254"/>
              <a:buFont typeface="Arial"/>
              <a:buChar char="•"/>
            </a:pPr>
            <a:r>
              <a:rPr b="1" i="0" lang="en-US" sz="2254" u="none" cap="none" strike="noStrike">
                <a:solidFill>
                  <a:srgbClr val="F4F4F4"/>
                </a:solidFill>
                <a:latin typeface="Arial"/>
                <a:ea typeface="Arial"/>
                <a:cs typeface="Arial"/>
                <a:sym typeface="Arial"/>
              </a:rPr>
              <a:t>Presentación: </a:t>
            </a:r>
            <a:r>
              <a:rPr b="0" i="0" lang="en-US" sz="2254" u="none" cap="none" strike="noStrike">
                <a:solidFill>
                  <a:srgbClr val="F4F4F4"/>
                </a:solidFill>
                <a:latin typeface="Arial"/>
                <a:ea typeface="Arial"/>
                <a:cs typeface="Arial"/>
                <a:sym typeface="Arial"/>
              </a:rPr>
              <a:t>pantallas y gestión del estado de la interfaz.</a:t>
            </a:r>
            <a:endParaRPr/>
          </a:p>
        </p:txBody>
      </p:sp>
      <p:sp>
        <p:nvSpPr>
          <p:cNvPr id="262" name="Google Shape;262;p8"/>
          <p:cNvSpPr/>
          <p:nvPr/>
        </p:nvSpPr>
        <p:spPr>
          <a:xfrm>
            <a:off x="866775" y="4714875"/>
            <a:ext cx="1095375" cy="1076325"/>
          </a:xfrm>
          <a:custGeom>
            <a:rect b="b" l="l" r="r" t="t"/>
            <a:pathLst>
              <a:path extrusionOk="0" h="1076325" w="109537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3" name="Google Shape;263;p8"/>
          <p:cNvSpPr/>
          <p:nvPr/>
        </p:nvSpPr>
        <p:spPr>
          <a:xfrm>
            <a:off x="1085850" y="4924425"/>
            <a:ext cx="657225" cy="647700"/>
          </a:xfrm>
          <a:custGeom>
            <a:rect b="b" l="l" r="r" t="t"/>
            <a:pathLst>
              <a:path extrusionOk="0"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4" name="Google Shape;264;p8"/>
          <p:cNvSpPr txBox="1"/>
          <p:nvPr/>
        </p:nvSpPr>
        <p:spPr>
          <a:xfrm>
            <a:off x="1821656" y="4784064"/>
            <a:ext cx="6563320" cy="704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43310" lvl="1" marL="486620" marR="0" rtl="0" algn="l">
              <a:lnSpc>
                <a:spcPct val="129991"/>
              </a:lnSpc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254"/>
              <a:buFont typeface="Arial"/>
              <a:buChar char="•"/>
            </a:pPr>
            <a:r>
              <a:rPr b="1" i="0" lang="en-US" sz="2254" u="none" cap="none" strike="noStrike">
                <a:solidFill>
                  <a:srgbClr val="F4F4F4"/>
                </a:solidFill>
                <a:latin typeface="Arial"/>
                <a:ea typeface="Arial"/>
                <a:cs typeface="Arial"/>
                <a:sym typeface="Arial"/>
              </a:rPr>
              <a:t>Dominio: </a:t>
            </a:r>
            <a:r>
              <a:rPr b="0" i="0" lang="en-US" sz="2254" u="none" cap="none" strike="noStrike">
                <a:solidFill>
                  <a:srgbClr val="F4F4F4"/>
                </a:solidFill>
                <a:latin typeface="Arial"/>
                <a:ea typeface="Arial"/>
                <a:cs typeface="Arial"/>
                <a:sym typeface="Arial"/>
              </a:rPr>
              <a:t>modelos, cálculos nutricionales y reglas de entrenamiento.</a:t>
            </a:r>
            <a:endParaRPr/>
          </a:p>
        </p:txBody>
      </p:sp>
      <p:sp>
        <p:nvSpPr>
          <p:cNvPr id="265" name="Google Shape;265;p8"/>
          <p:cNvSpPr/>
          <p:nvPr/>
        </p:nvSpPr>
        <p:spPr>
          <a:xfrm>
            <a:off x="2171700" y="5572125"/>
            <a:ext cx="6105525" cy="219075"/>
          </a:xfrm>
          <a:custGeom>
            <a:rect b="b" l="l" r="r" t="t"/>
            <a:pathLst>
              <a:path extrusionOk="0" h="219075" w="6105525">
                <a:moveTo>
                  <a:pt x="0" y="0"/>
                </a:moveTo>
                <a:lnTo>
                  <a:pt x="6105525" y="0"/>
                </a:lnTo>
                <a:lnTo>
                  <a:pt x="61055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6" name="Google Shape;266;p8"/>
          <p:cNvSpPr/>
          <p:nvPr/>
        </p:nvSpPr>
        <p:spPr>
          <a:xfrm>
            <a:off x="866775" y="5572125"/>
            <a:ext cx="1095375" cy="1285875"/>
          </a:xfrm>
          <a:custGeom>
            <a:rect b="b" l="l" r="r" t="t"/>
            <a:pathLst>
              <a:path extrusionOk="0" h="1285875" w="1095375">
                <a:moveTo>
                  <a:pt x="0" y="0"/>
                </a:moveTo>
                <a:lnTo>
                  <a:pt x="1095375" y="0"/>
                </a:lnTo>
                <a:lnTo>
                  <a:pt x="10953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7" name="Google Shape;267;p8"/>
          <p:cNvSpPr/>
          <p:nvPr/>
        </p:nvSpPr>
        <p:spPr>
          <a:xfrm>
            <a:off x="1085850" y="6000750"/>
            <a:ext cx="657225" cy="647700"/>
          </a:xfrm>
          <a:custGeom>
            <a:rect b="b" l="l" r="r" t="t"/>
            <a:pathLst>
              <a:path extrusionOk="0"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8" name="Google Shape;268;p8"/>
          <p:cNvSpPr txBox="1"/>
          <p:nvPr/>
        </p:nvSpPr>
        <p:spPr>
          <a:xfrm>
            <a:off x="1821656" y="5929297"/>
            <a:ext cx="6563320" cy="704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43310" lvl="1" marL="486620" marR="0" rtl="0" algn="l">
              <a:lnSpc>
                <a:spcPct val="129991"/>
              </a:lnSpc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254"/>
              <a:buFont typeface="Arial"/>
              <a:buChar char="•"/>
            </a:pPr>
            <a:r>
              <a:rPr b="1" i="0" lang="en-US" sz="2254" u="none" cap="none" strike="noStrike">
                <a:solidFill>
                  <a:srgbClr val="F4F4F4"/>
                </a:solidFill>
                <a:latin typeface="Arial"/>
                <a:ea typeface="Arial"/>
                <a:cs typeface="Arial"/>
                <a:sym typeface="Arial"/>
              </a:rPr>
              <a:t>Datos: </a:t>
            </a:r>
            <a:r>
              <a:rPr b="0" i="0" lang="en-US" sz="2254" u="none" cap="none" strike="noStrike">
                <a:solidFill>
                  <a:srgbClr val="F4F4F4"/>
                </a:solidFill>
                <a:latin typeface="Arial"/>
                <a:ea typeface="Arial"/>
                <a:cs typeface="Arial"/>
                <a:sym typeface="Arial"/>
              </a:rPr>
              <a:t>repositorios, caché y cola de operaciones sin conexión.</a:t>
            </a:r>
            <a:endParaRPr/>
          </a:p>
        </p:txBody>
      </p:sp>
      <p:sp>
        <p:nvSpPr>
          <p:cNvPr id="269" name="Google Shape;269;p8"/>
          <p:cNvSpPr/>
          <p:nvPr/>
        </p:nvSpPr>
        <p:spPr>
          <a:xfrm>
            <a:off x="866775" y="6638925"/>
            <a:ext cx="1095375" cy="1295400"/>
          </a:xfrm>
          <a:custGeom>
            <a:rect b="b" l="l" r="r" t="t"/>
            <a:pathLst>
              <a:path extrusionOk="0" h="1295400" w="1095375">
                <a:moveTo>
                  <a:pt x="0" y="0"/>
                </a:moveTo>
                <a:lnTo>
                  <a:pt x="1095375" y="0"/>
                </a:lnTo>
                <a:lnTo>
                  <a:pt x="109537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0" name="Google Shape;270;p8"/>
          <p:cNvSpPr/>
          <p:nvPr/>
        </p:nvSpPr>
        <p:spPr>
          <a:xfrm>
            <a:off x="1085850" y="7067550"/>
            <a:ext cx="657225" cy="647700"/>
          </a:xfrm>
          <a:custGeom>
            <a:rect b="b" l="l" r="r" t="t"/>
            <a:pathLst>
              <a:path extrusionOk="0"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1" name="Google Shape;271;p8"/>
          <p:cNvSpPr txBox="1"/>
          <p:nvPr/>
        </p:nvSpPr>
        <p:spPr>
          <a:xfrm>
            <a:off x="1821656" y="6969047"/>
            <a:ext cx="6563320" cy="704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43310" lvl="1" marL="486620" marR="0" rtl="0" algn="l">
              <a:lnSpc>
                <a:spcPct val="129991"/>
              </a:lnSpc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254"/>
              <a:buFont typeface="Arial"/>
              <a:buChar char="•"/>
            </a:pPr>
            <a:r>
              <a:rPr b="1" i="0" lang="en-US" sz="2254" u="none" cap="none" strike="noStrike">
                <a:solidFill>
                  <a:srgbClr val="F4F4F4"/>
                </a:solidFill>
                <a:latin typeface="Arial"/>
                <a:ea typeface="Arial"/>
                <a:cs typeface="Arial"/>
                <a:sym typeface="Arial"/>
              </a:rPr>
              <a:t>Servicios externos: </a:t>
            </a:r>
            <a:r>
              <a:rPr b="0" i="0" lang="en-US" sz="2254" u="none" cap="none" strike="noStrike">
                <a:solidFill>
                  <a:srgbClr val="F4F4F4"/>
                </a:solidFill>
                <a:latin typeface="Arial"/>
                <a:ea typeface="Arial"/>
                <a:cs typeface="Arial"/>
                <a:sym typeface="Arial"/>
              </a:rPr>
              <a:t>autenticación, almacenamiento y consultas de alimentos e IA.</a:t>
            </a:r>
            <a:endParaRPr/>
          </a:p>
        </p:txBody>
      </p:sp>
      <p:sp>
        <p:nvSpPr>
          <p:cNvPr id="272" name="Google Shape;272;p8"/>
          <p:cNvSpPr/>
          <p:nvPr/>
        </p:nvSpPr>
        <p:spPr>
          <a:xfrm>
            <a:off x="866775" y="7924800"/>
            <a:ext cx="7410450" cy="219075"/>
          </a:xfrm>
          <a:custGeom>
            <a:rect b="b" l="l" r="r" t="t"/>
            <a:pathLst>
              <a:path extrusionOk="0" h="219075" w="7410450">
                <a:moveTo>
                  <a:pt x="0" y="0"/>
                </a:moveTo>
                <a:lnTo>
                  <a:pt x="7410450" y="0"/>
                </a:lnTo>
                <a:lnTo>
                  <a:pt x="7410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3" name="Google Shape;273;p8"/>
          <p:cNvSpPr txBox="1"/>
          <p:nvPr/>
        </p:nvSpPr>
        <p:spPr>
          <a:xfrm>
            <a:off x="1366242" y="8244597"/>
            <a:ext cx="6563320" cy="1062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4" u="none" cap="none" strike="noStrike">
                <a:solidFill>
                  <a:srgbClr val="F4F4F4"/>
                </a:solidFill>
                <a:latin typeface="Arial"/>
                <a:ea typeface="Arial"/>
                <a:cs typeface="Arial"/>
                <a:sym typeface="Arial"/>
              </a:rPr>
              <a:t>Flujo general: Interfaz → Lógica de la aplicación → Repositorios → Almacenamiento local o servicios externos.</a:t>
            </a:r>
            <a:endParaRPr/>
          </a:p>
        </p:txBody>
      </p:sp>
      <p:sp>
        <p:nvSpPr>
          <p:cNvPr id="274" name="Google Shape;274;p8"/>
          <p:cNvSpPr/>
          <p:nvPr/>
        </p:nvSpPr>
        <p:spPr>
          <a:xfrm>
            <a:off x="10010775" y="857250"/>
            <a:ext cx="4362450" cy="2571750"/>
          </a:xfrm>
          <a:custGeom>
            <a:rect b="b" l="l" r="r" t="t"/>
            <a:pathLst>
              <a:path extrusionOk="0" h="2571750" w="4362450">
                <a:moveTo>
                  <a:pt x="0" y="0"/>
                </a:moveTo>
                <a:lnTo>
                  <a:pt x="4362450" y="0"/>
                </a:lnTo>
                <a:lnTo>
                  <a:pt x="4362450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5" name="Google Shape;275;p8"/>
          <p:cNvSpPr/>
          <p:nvPr/>
        </p:nvSpPr>
        <p:spPr>
          <a:xfrm>
            <a:off x="11534775" y="1495425"/>
            <a:ext cx="1314450" cy="1076325"/>
          </a:xfrm>
          <a:custGeom>
            <a:rect b="b" l="l" r="r" t="t"/>
            <a:pathLst>
              <a:path extrusionOk="0" h="1076325" w="1314450">
                <a:moveTo>
                  <a:pt x="0" y="0"/>
                </a:moveTo>
                <a:lnTo>
                  <a:pt x="1314450" y="0"/>
                </a:lnTo>
                <a:lnTo>
                  <a:pt x="1314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6" name="Google Shape;276;p8"/>
          <p:cNvSpPr/>
          <p:nvPr/>
        </p:nvSpPr>
        <p:spPr>
          <a:xfrm>
            <a:off x="10010775" y="3000375"/>
            <a:ext cx="4362450" cy="2571750"/>
          </a:xfrm>
          <a:custGeom>
            <a:rect b="b" l="l" r="r" t="t"/>
            <a:pathLst>
              <a:path extrusionOk="0" h="2571750" w="4362450">
                <a:moveTo>
                  <a:pt x="0" y="0"/>
                </a:moveTo>
                <a:lnTo>
                  <a:pt x="4362450" y="0"/>
                </a:lnTo>
                <a:lnTo>
                  <a:pt x="4362450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7" name="Google Shape;277;p8"/>
          <p:cNvSpPr/>
          <p:nvPr/>
        </p:nvSpPr>
        <p:spPr>
          <a:xfrm>
            <a:off x="11534775" y="3638550"/>
            <a:ext cx="1314450" cy="1076325"/>
          </a:xfrm>
          <a:custGeom>
            <a:rect b="b" l="l" r="r" t="t"/>
            <a:pathLst>
              <a:path extrusionOk="0" h="1076325" w="1314450">
                <a:moveTo>
                  <a:pt x="0" y="0"/>
                </a:moveTo>
                <a:lnTo>
                  <a:pt x="1314450" y="0"/>
                </a:lnTo>
                <a:lnTo>
                  <a:pt x="1314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8" name="Google Shape;278;p8"/>
          <p:cNvSpPr/>
          <p:nvPr/>
        </p:nvSpPr>
        <p:spPr>
          <a:xfrm>
            <a:off x="10010775" y="5143500"/>
            <a:ext cx="4362450" cy="2362200"/>
          </a:xfrm>
          <a:custGeom>
            <a:rect b="b" l="l" r="r" t="t"/>
            <a:pathLst>
              <a:path extrusionOk="0" h="2362200" w="4362450">
                <a:moveTo>
                  <a:pt x="0" y="0"/>
                </a:moveTo>
                <a:lnTo>
                  <a:pt x="4362450" y="0"/>
                </a:lnTo>
                <a:lnTo>
                  <a:pt x="436245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9" name="Google Shape;279;p8"/>
          <p:cNvSpPr/>
          <p:nvPr/>
        </p:nvSpPr>
        <p:spPr>
          <a:xfrm>
            <a:off x="11753850" y="5572125"/>
            <a:ext cx="876300" cy="1076325"/>
          </a:xfrm>
          <a:custGeom>
            <a:rect b="b" l="l" r="r" t="t"/>
            <a:pathLst>
              <a:path extrusionOk="0" h="1076325" w="876300">
                <a:moveTo>
                  <a:pt x="0" y="0"/>
                </a:moveTo>
                <a:lnTo>
                  <a:pt x="876300" y="0"/>
                </a:lnTo>
                <a:lnTo>
                  <a:pt x="8763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0" name="Google Shape;280;p8"/>
          <p:cNvSpPr/>
          <p:nvPr/>
        </p:nvSpPr>
        <p:spPr>
          <a:xfrm>
            <a:off x="10010775" y="7067550"/>
            <a:ext cx="4362450" cy="2581275"/>
          </a:xfrm>
          <a:custGeom>
            <a:rect b="b" l="l" r="r" t="t"/>
            <a:pathLst>
              <a:path extrusionOk="0" h="2581275" w="4362450">
                <a:moveTo>
                  <a:pt x="0" y="0"/>
                </a:moveTo>
                <a:lnTo>
                  <a:pt x="4362450" y="0"/>
                </a:lnTo>
                <a:lnTo>
                  <a:pt x="4362450" y="2581275"/>
                </a:lnTo>
                <a:lnTo>
                  <a:pt x="0" y="25812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1" name="Google Shape;281;p8"/>
          <p:cNvSpPr/>
          <p:nvPr/>
        </p:nvSpPr>
        <p:spPr>
          <a:xfrm>
            <a:off x="11534775" y="7715250"/>
            <a:ext cx="1314450" cy="1076325"/>
          </a:xfrm>
          <a:custGeom>
            <a:rect b="b" l="l" r="r" t="t"/>
            <a:pathLst>
              <a:path extrusionOk="0" h="1076325" w="1314450">
                <a:moveTo>
                  <a:pt x="0" y="0"/>
                </a:moveTo>
                <a:lnTo>
                  <a:pt x="1314450" y="0"/>
                </a:lnTo>
                <a:lnTo>
                  <a:pt x="1314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2" name="Google Shape;282;p8"/>
          <p:cNvSpPr/>
          <p:nvPr/>
        </p:nvSpPr>
        <p:spPr>
          <a:xfrm>
            <a:off x="11972925" y="3000375"/>
            <a:ext cx="438150" cy="647700"/>
          </a:xfrm>
          <a:custGeom>
            <a:rect b="b" l="l" r="r" t="t"/>
            <a:pathLst>
              <a:path extrusionOk="0" h="647700" w="438150">
                <a:moveTo>
                  <a:pt x="0" y="0"/>
                </a:moveTo>
                <a:lnTo>
                  <a:pt x="438150" y="0"/>
                </a:lnTo>
                <a:lnTo>
                  <a:pt x="4381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3" name="Google Shape;283;p8"/>
          <p:cNvSpPr/>
          <p:nvPr/>
        </p:nvSpPr>
        <p:spPr>
          <a:xfrm>
            <a:off x="11972925" y="4924425"/>
            <a:ext cx="438150" cy="866775"/>
          </a:xfrm>
          <a:custGeom>
            <a:rect b="b" l="l" r="r" t="t"/>
            <a:pathLst>
              <a:path extrusionOk="0" h="866775" w="438150">
                <a:moveTo>
                  <a:pt x="0" y="0"/>
                </a:moveTo>
                <a:lnTo>
                  <a:pt x="438150" y="0"/>
                </a:lnTo>
                <a:lnTo>
                  <a:pt x="43815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4" name="Google Shape;284;p8"/>
          <p:cNvSpPr/>
          <p:nvPr/>
        </p:nvSpPr>
        <p:spPr>
          <a:xfrm>
            <a:off x="11972925" y="7067550"/>
            <a:ext cx="438150" cy="647700"/>
          </a:xfrm>
          <a:custGeom>
            <a:rect b="b" l="l" r="r" t="t"/>
            <a:pathLst>
              <a:path extrusionOk="0" h="647700" w="438150">
                <a:moveTo>
                  <a:pt x="0" y="0"/>
                </a:moveTo>
                <a:lnTo>
                  <a:pt x="438150" y="0"/>
                </a:lnTo>
                <a:lnTo>
                  <a:pt x="4381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5" name="Google Shape;285;p8"/>
          <p:cNvSpPr/>
          <p:nvPr/>
        </p:nvSpPr>
        <p:spPr>
          <a:xfrm>
            <a:off x="14582775" y="1495425"/>
            <a:ext cx="1533525" cy="647700"/>
          </a:xfrm>
          <a:custGeom>
            <a:rect b="b" l="l" r="r" t="t"/>
            <a:pathLst>
              <a:path extrusionOk="0" h="647700" w="1533525">
                <a:moveTo>
                  <a:pt x="0" y="0"/>
                </a:moveTo>
                <a:lnTo>
                  <a:pt x="1533525" y="0"/>
                </a:lnTo>
                <a:lnTo>
                  <a:pt x="15335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6" name="Google Shape;286;p8"/>
          <p:cNvSpPr txBox="1"/>
          <p:nvPr/>
        </p:nvSpPr>
        <p:spPr>
          <a:xfrm>
            <a:off x="14825983" y="2194508"/>
            <a:ext cx="1791964" cy="329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11" u="none" cap="none" strike="noStrike">
                <a:solidFill>
                  <a:srgbClr val="F4F4F4"/>
                </a:solidFill>
                <a:latin typeface="Arial"/>
                <a:ea typeface="Arial"/>
                <a:cs typeface="Arial"/>
                <a:sym typeface="Arial"/>
              </a:rPr>
              <a:t>Presentación</a:t>
            </a:r>
            <a:endParaRPr/>
          </a:p>
        </p:txBody>
      </p:sp>
      <p:sp>
        <p:nvSpPr>
          <p:cNvPr id="287" name="Google Shape;287;p8"/>
          <p:cNvSpPr/>
          <p:nvPr/>
        </p:nvSpPr>
        <p:spPr>
          <a:xfrm>
            <a:off x="14582775" y="3638550"/>
            <a:ext cx="1533525" cy="647700"/>
          </a:xfrm>
          <a:custGeom>
            <a:rect b="b" l="l" r="r" t="t"/>
            <a:pathLst>
              <a:path extrusionOk="0" h="647700" w="1533525">
                <a:moveTo>
                  <a:pt x="0" y="0"/>
                </a:moveTo>
                <a:lnTo>
                  <a:pt x="1533525" y="0"/>
                </a:lnTo>
                <a:lnTo>
                  <a:pt x="15335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8" name="Google Shape;288;p8"/>
          <p:cNvSpPr txBox="1"/>
          <p:nvPr/>
        </p:nvSpPr>
        <p:spPr>
          <a:xfrm>
            <a:off x="14959047" y="3797350"/>
            <a:ext cx="895758" cy="2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86" u="none" cap="none" strike="noStrike">
                <a:solidFill>
                  <a:srgbClr val="1DB1E6"/>
                </a:solidFill>
                <a:latin typeface="Arial"/>
                <a:ea typeface="Arial"/>
                <a:cs typeface="Arial"/>
                <a:sym typeface="Arial"/>
              </a:rPr>
              <a:t>NIVEL 2</a:t>
            </a:r>
            <a:endParaRPr/>
          </a:p>
        </p:txBody>
      </p:sp>
      <p:sp>
        <p:nvSpPr>
          <p:cNvPr id="289" name="Google Shape;289;p8"/>
          <p:cNvSpPr txBox="1"/>
          <p:nvPr/>
        </p:nvSpPr>
        <p:spPr>
          <a:xfrm>
            <a:off x="14853402" y="4304146"/>
            <a:ext cx="1107046" cy="329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11" u="none" cap="none" strike="noStrike">
                <a:solidFill>
                  <a:srgbClr val="F4F4F4"/>
                </a:solidFill>
                <a:latin typeface="Arial"/>
                <a:ea typeface="Arial"/>
                <a:cs typeface="Arial"/>
                <a:sym typeface="Arial"/>
              </a:rPr>
              <a:t>Dominio</a:t>
            </a:r>
            <a:endParaRPr/>
          </a:p>
        </p:txBody>
      </p:sp>
      <p:sp>
        <p:nvSpPr>
          <p:cNvPr id="290" name="Google Shape;290;p8"/>
          <p:cNvSpPr/>
          <p:nvPr/>
        </p:nvSpPr>
        <p:spPr>
          <a:xfrm>
            <a:off x="14582775" y="5781675"/>
            <a:ext cx="1533525" cy="647700"/>
          </a:xfrm>
          <a:custGeom>
            <a:rect b="b" l="l" r="r" t="t"/>
            <a:pathLst>
              <a:path extrusionOk="0" h="647700" w="1533525">
                <a:moveTo>
                  <a:pt x="0" y="0"/>
                </a:moveTo>
                <a:lnTo>
                  <a:pt x="1533525" y="0"/>
                </a:lnTo>
                <a:lnTo>
                  <a:pt x="15335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1" name="Google Shape;291;p8"/>
          <p:cNvSpPr txBox="1"/>
          <p:nvPr/>
        </p:nvSpPr>
        <p:spPr>
          <a:xfrm>
            <a:off x="14957240" y="5876851"/>
            <a:ext cx="899371" cy="2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86" u="none" cap="none" strike="noStrike">
                <a:solidFill>
                  <a:srgbClr val="1DB1E6"/>
                </a:solidFill>
                <a:latin typeface="Arial"/>
                <a:ea typeface="Arial"/>
                <a:cs typeface="Arial"/>
                <a:sym typeface="Arial"/>
              </a:rPr>
              <a:t>NIVEL 3</a:t>
            </a:r>
            <a:endParaRPr/>
          </a:p>
        </p:txBody>
      </p:sp>
      <p:sp>
        <p:nvSpPr>
          <p:cNvPr id="292" name="Google Shape;292;p8"/>
          <p:cNvSpPr txBox="1"/>
          <p:nvPr/>
        </p:nvSpPr>
        <p:spPr>
          <a:xfrm>
            <a:off x="14847440" y="6398716"/>
            <a:ext cx="803933" cy="329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11" u="none" cap="none" strike="noStrike">
                <a:solidFill>
                  <a:srgbClr val="F4F4F4"/>
                </a:solidFill>
                <a:latin typeface="Arial"/>
                <a:ea typeface="Arial"/>
                <a:cs typeface="Arial"/>
                <a:sym typeface="Arial"/>
              </a:rPr>
              <a:t>Datos</a:t>
            </a:r>
            <a:endParaRPr/>
          </a:p>
        </p:txBody>
      </p:sp>
      <p:sp>
        <p:nvSpPr>
          <p:cNvPr id="293" name="Google Shape;293;p8"/>
          <p:cNvSpPr/>
          <p:nvPr/>
        </p:nvSpPr>
        <p:spPr>
          <a:xfrm>
            <a:off x="14582775" y="7715250"/>
            <a:ext cx="1533525" cy="647700"/>
          </a:xfrm>
          <a:custGeom>
            <a:rect b="b" l="l" r="r" t="t"/>
            <a:pathLst>
              <a:path extrusionOk="0" h="647700" w="1533525">
                <a:moveTo>
                  <a:pt x="0" y="0"/>
                </a:moveTo>
                <a:lnTo>
                  <a:pt x="1533525" y="0"/>
                </a:lnTo>
                <a:lnTo>
                  <a:pt x="15335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4" name="Google Shape;294;p8"/>
          <p:cNvSpPr txBox="1"/>
          <p:nvPr/>
        </p:nvSpPr>
        <p:spPr>
          <a:xfrm>
            <a:off x="14959176" y="7941283"/>
            <a:ext cx="895500" cy="2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86" u="none" cap="none" strike="noStrike">
                <a:solidFill>
                  <a:srgbClr val="1DB1E6"/>
                </a:solidFill>
                <a:latin typeface="Arial"/>
                <a:ea typeface="Arial"/>
                <a:cs typeface="Arial"/>
                <a:sym typeface="Arial"/>
              </a:rPr>
              <a:t>NIVEL 4</a:t>
            </a:r>
            <a:endParaRPr/>
          </a:p>
        </p:txBody>
      </p:sp>
      <p:sp>
        <p:nvSpPr>
          <p:cNvPr id="295" name="Google Shape;295;p8"/>
          <p:cNvSpPr txBox="1"/>
          <p:nvPr/>
        </p:nvSpPr>
        <p:spPr>
          <a:xfrm>
            <a:off x="14816511" y="8448079"/>
            <a:ext cx="2519747" cy="329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11" u="none" cap="none" strike="noStrike">
                <a:solidFill>
                  <a:srgbClr val="F4F4F4"/>
                </a:solidFill>
                <a:latin typeface="Arial"/>
                <a:ea typeface="Arial"/>
                <a:cs typeface="Arial"/>
                <a:sym typeface="Arial"/>
              </a:rPr>
              <a:t>Servicios externos</a:t>
            </a:r>
            <a:endParaRPr/>
          </a:p>
        </p:txBody>
      </p:sp>
      <p:sp>
        <p:nvSpPr>
          <p:cNvPr id="296" name="Google Shape;296;p8"/>
          <p:cNvSpPr txBox="1"/>
          <p:nvPr/>
        </p:nvSpPr>
        <p:spPr>
          <a:xfrm>
            <a:off x="14984464" y="1687711"/>
            <a:ext cx="844922" cy="2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86" u="none" cap="none" strike="noStrike">
                <a:solidFill>
                  <a:srgbClr val="1DB1E6"/>
                </a:solidFill>
                <a:latin typeface="Arial"/>
                <a:ea typeface="Arial"/>
                <a:cs typeface="Arial"/>
                <a:sym typeface="Arial"/>
              </a:rPr>
              <a:t>NIVEL 1</a:t>
            </a:r>
            <a:endParaRPr/>
          </a:p>
        </p:txBody>
      </p:sp>
    </p:spTree>
  </p:cSld>
  <p:clrMapOvr>
    <a:masterClrMapping/>
  </p:clrMapOvr>
  <p:transition spd="med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59" l="0" r="0" t="-9259"/>
            </a:stretch>
          </a:blipFill>
          <a:ln>
            <a:noFill/>
          </a:ln>
        </p:spPr>
      </p:sp>
      <p:grpSp>
        <p:nvGrpSpPr>
          <p:cNvPr id="302" name="Google Shape;302;p9"/>
          <p:cNvGrpSpPr/>
          <p:nvPr/>
        </p:nvGrpSpPr>
        <p:grpSpPr>
          <a:xfrm>
            <a:off x="1835344" y="682019"/>
            <a:ext cx="15181081" cy="8301986"/>
            <a:chOff x="0" y="-19050"/>
            <a:chExt cx="3998283" cy="2186517"/>
          </a:xfrm>
        </p:grpSpPr>
        <p:sp>
          <p:nvSpPr>
            <p:cNvPr id="303" name="Google Shape;303;p9"/>
            <p:cNvSpPr/>
            <p:nvPr/>
          </p:nvSpPr>
          <p:spPr>
            <a:xfrm>
              <a:off x="0" y="0"/>
              <a:ext cx="3998283" cy="2167467"/>
            </a:xfrm>
            <a:custGeom>
              <a:rect b="b" l="l" r="r" t="t"/>
              <a:pathLst>
                <a:path extrusionOk="0" h="2167467" w="3998283">
                  <a:moveTo>
                    <a:pt x="10199" y="0"/>
                  </a:moveTo>
                  <a:lnTo>
                    <a:pt x="3988084" y="0"/>
                  </a:lnTo>
                  <a:cubicBezTo>
                    <a:pt x="3993717" y="0"/>
                    <a:pt x="3998283" y="4566"/>
                    <a:pt x="3998283" y="10199"/>
                  </a:cubicBezTo>
                  <a:lnTo>
                    <a:pt x="3998283" y="2157267"/>
                  </a:lnTo>
                  <a:cubicBezTo>
                    <a:pt x="3998283" y="2162900"/>
                    <a:pt x="3993717" y="2167467"/>
                    <a:pt x="3988084" y="2167467"/>
                  </a:cubicBezTo>
                  <a:lnTo>
                    <a:pt x="10199" y="2167467"/>
                  </a:lnTo>
                  <a:cubicBezTo>
                    <a:pt x="4566" y="2167467"/>
                    <a:pt x="0" y="2162900"/>
                    <a:pt x="0" y="2157267"/>
                  </a:cubicBezTo>
                  <a:lnTo>
                    <a:pt x="0" y="10199"/>
                  </a:lnTo>
                  <a:cubicBezTo>
                    <a:pt x="0" y="4566"/>
                    <a:pt x="4566" y="0"/>
                    <a:pt x="10199" y="0"/>
                  </a:cubicBezTo>
                  <a:close/>
                </a:path>
              </a:pathLst>
            </a:custGeom>
            <a:solidFill>
              <a:srgbClr val="000000">
                <a:alpha val="56863"/>
              </a:srgbClr>
            </a:solidFill>
            <a:ln cap="sq" cmpd="sng" w="76200">
              <a:solidFill>
                <a:srgbClr val="046AA2">
                  <a:alpha val="56863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9"/>
            <p:cNvSpPr txBox="1"/>
            <p:nvPr/>
          </p:nvSpPr>
          <p:spPr>
            <a:xfrm>
              <a:off x="0" y="-19050"/>
              <a:ext cx="3998283" cy="21865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8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58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05" name="Google Shape;305;p9"/>
          <p:cNvCxnSpPr/>
          <p:nvPr/>
        </p:nvCxnSpPr>
        <p:spPr>
          <a:xfrm>
            <a:off x="7706210" y="3590377"/>
            <a:ext cx="0" cy="4317904"/>
          </a:xfrm>
          <a:prstGeom prst="straightConnector1">
            <a:avLst/>
          </a:prstGeom>
          <a:noFill/>
          <a:ln cap="flat" cmpd="sng" w="38100">
            <a:solidFill>
              <a:srgbClr val="046AA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6" name="Google Shape;306;p9"/>
          <p:cNvCxnSpPr/>
          <p:nvPr/>
        </p:nvCxnSpPr>
        <p:spPr>
          <a:xfrm>
            <a:off x="4740032" y="3590377"/>
            <a:ext cx="0" cy="4317904"/>
          </a:xfrm>
          <a:prstGeom prst="straightConnector1">
            <a:avLst/>
          </a:prstGeom>
          <a:noFill/>
          <a:ln cap="flat" cmpd="sng" w="38100">
            <a:solidFill>
              <a:srgbClr val="046AA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7" name="Google Shape;307;p9"/>
          <p:cNvCxnSpPr/>
          <p:nvPr/>
        </p:nvCxnSpPr>
        <p:spPr>
          <a:xfrm>
            <a:off x="10577139" y="3757987"/>
            <a:ext cx="0" cy="4317904"/>
          </a:xfrm>
          <a:prstGeom prst="straightConnector1">
            <a:avLst/>
          </a:prstGeom>
          <a:noFill/>
          <a:ln cap="flat" cmpd="sng" w="38100">
            <a:solidFill>
              <a:srgbClr val="046AA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8" name="Google Shape;308;p9"/>
          <p:cNvCxnSpPr/>
          <p:nvPr/>
        </p:nvCxnSpPr>
        <p:spPr>
          <a:xfrm>
            <a:off x="13547150" y="3590377"/>
            <a:ext cx="0" cy="4317904"/>
          </a:xfrm>
          <a:prstGeom prst="straightConnector1">
            <a:avLst/>
          </a:prstGeom>
          <a:noFill/>
          <a:ln cap="flat" cmpd="sng" w="38100">
            <a:solidFill>
              <a:srgbClr val="046AA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9" name="Google Shape;309;p9"/>
          <p:cNvSpPr txBox="1"/>
          <p:nvPr/>
        </p:nvSpPr>
        <p:spPr>
          <a:xfrm>
            <a:off x="4759900" y="1215053"/>
            <a:ext cx="8768100" cy="20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126">
                <a:solidFill>
                  <a:srgbClr val="FFFFFF"/>
                </a:solidFill>
              </a:rPr>
              <a:t>Cómo</a:t>
            </a:r>
            <a:r>
              <a:rPr b="1" i="0" lang="en-US" sz="612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funciona la aplicación</a:t>
            </a:r>
            <a:endParaRPr/>
          </a:p>
        </p:txBody>
      </p:sp>
      <p:sp>
        <p:nvSpPr>
          <p:cNvPr id="310" name="Google Shape;310;p9"/>
          <p:cNvSpPr txBox="1"/>
          <p:nvPr/>
        </p:nvSpPr>
        <p:spPr>
          <a:xfrm>
            <a:off x="2530979" y="3030879"/>
            <a:ext cx="1551900" cy="14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428" u="none" cap="none" strike="noStrike">
                <a:solidFill>
                  <a:srgbClr val="03A2DD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311" name="Google Shape;311;p9"/>
          <p:cNvSpPr txBox="1"/>
          <p:nvPr/>
        </p:nvSpPr>
        <p:spPr>
          <a:xfrm>
            <a:off x="5401908" y="3030879"/>
            <a:ext cx="1551900" cy="14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428" u="none" cap="none" strike="noStrike">
                <a:solidFill>
                  <a:srgbClr val="03A2DD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312" name="Google Shape;312;p9"/>
          <p:cNvSpPr txBox="1"/>
          <p:nvPr/>
        </p:nvSpPr>
        <p:spPr>
          <a:xfrm>
            <a:off x="2329496" y="4512398"/>
            <a:ext cx="1924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7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Entra</a:t>
            </a:r>
            <a:endParaRPr/>
          </a:p>
        </p:txBody>
      </p:sp>
      <p:sp>
        <p:nvSpPr>
          <p:cNvPr id="313" name="Google Shape;313;p9"/>
          <p:cNvSpPr txBox="1"/>
          <p:nvPr/>
        </p:nvSpPr>
        <p:spPr>
          <a:xfrm>
            <a:off x="11075834" y="4961875"/>
            <a:ext cx="2218200" cy="18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7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Registra las sesiones terminadas, alimentos consumidos, horas dormidas y agua consumida</a:t>
            </a:r>
            <a:endParaRPr/>
          </a:p>
        </p:txBody>
      </p:sp>
      <p:sp>
        <p:nvSpPr>
          <p:cNvPr id="314" name="Google Shape;314;p9"/>
          <p:cNvSpPr txBox="1"/>
          <p:nvPr/>
        </p:nvSpPr>
        <p:spPr>
          <a:xfrm>
            <a:off x="8358561" y="3030879"/>
            <a:ext cx="1551900" cy="14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428" u="none" cap="none" strike="noStrike">
                <a:solidFill>
                  <a:srgbClr val="03A2DD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315" name="Google Shape;315;p9"/>
          <p:cNvSpPr txBox="1"/>
          <p:nvPr/>
        </p:nvSpPr>
        <p:spPr>
          <a:xfrm>
            <a:off x="11380772" y="3030879"/>
            <a:ext cx="1551900" cy="14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428" u="none" cap="none" strike="noStrike">
                <a:solidFill>
                  <a:srgbClr val="03A2DD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316" name="Google Shape;316;p9"/>
          <p:cNvSpPr txBox="1"/>
          <p:nvPr/>
        </p:nvSpPr>
        <p:spPr>
          <a:xfrm>
            <a:off x="14299625" y="3029607"/>
            <a:ext cx="1551900" cy="14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428" u="none" cap="none" strike="noStrike">
                <a:solidFill>
                  <a:srgbClr val="03A2DD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317" name="Google Shape;317;p9"/>
          <p:cNvSpPr txBox="1"/>
          <p:nvPr/>
        </p:nvSpPr>
        <p:spPr>
          <a:xfrm>
            <a:off x="2530977" y="5190969"/>
            <a:ext cx="1799100" cy="10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7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Iniciar sesión con el correo o con Google</a:t>
            </a:r>
            <a:endParaRPr/>
          </a:p>
        </p:txBody>
      </p:sp>
      <p:sp>
        <p:nvSpPr>
          <p:cNvPr id="318" name="Google Shape;318;p9"/>
          <p:cNvSpPr txBox="1"/>
          <p:nvPr/>
        </p:nvSpPr>
        <p:spPr>
          <a:xfrm>
            <a:off x="5259069" y="5153815"/>
            <a:ext cx="2008500" cy="14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7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Cargar el perfil, llenar el datos y se calculan las calorías y macros</a:t>
            </a:r>
            <a:endParaRPr/>
          </a:p>
        </p:txBody>
      </p:sp>
      <p:sp>
        <p:nvSpPr>
          <p:cNvPr id="319" name="Google Shape;319;p9"/>
          <p:cNvSpPr txBox="1"/>
          <p:nvPr/>
        </p:nvSpPr>
        <p:spPr>
          <a:xfrm>
            <a:off x="8140112" y="5190969"/>
            <a:ext cx="1966800" cy="10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7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Ver la rutina del día, comenzar las series y descansos</a:t>
            </a:r>
            <a:endParaRPr/>
          </a:p>
        </p:txBody>
      </p:sp>
      <p:sp>
        <p:nvSpPr>
          <p:cNvPr id="320" name="Google Shape;320;p9"/>
          <p:cNvSpPr txBox="1"/>
          <p:nvPr/>
        </p:nvSpPr>
        <p:spPr>
          <a:xfrm>
            <a:off x="14250420" y="5033806"/>
            <a:ext cx="1719900" cy="14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7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Revisar el progreso y ver las rachas que lleva</a:t>
            </a:r>
            <a:endParaRPr/>
          </a:p>
        </p:txBody>
      </p:sp>
      <p:sp>
        <p:nvSpPr>
          <p:cNvPr id="321" name="Google Shape;321;p9"/>
          <p:cNvSpPr txBox="1"/>
          <p:nvPr/>
        </p:nvSpPr>
        <p:spPr>
          <a:xfrm>
            <a:off x="5260703" y="4512398"/>
            <a:ext cx="1924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7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Configuración</a:t>
            </a:r>
            <a:endParaRPr/>
          </a:p>
        </p:txBody>
      </p:sp>
      <p:sp>
        <p:nvSpPr>
          <p:cNvPr id="322" name="Google Shape;322;p9"/>
          <p:cNvSpPr txBox="1"/>
          <p:nvPr/>
        </p:nvSpPr>
        <p:spPr>
          <a:xfrm>
            <a:off x="8181581" y="4512398"/>
            <a:ext cx="1924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7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Entrenar</a:t>
            </a:r>
            <a:endParaRPr/>
          </a:p>
        </p:txBody>
      </p:sp>
      <p:sp>
        <p:nvSpPr>
          <p:cNvPr id="323" name="Google Shape;323;p9"/>
          <p:cNvSpPr txBox="1"/>
          <p:nvPr/>
        </p:nvSpPr>
        <p:spPr>
          <a:xfrm>
            <a:off x="11205789" y="4512398"/>
            <a:ext cx="1924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7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Registrar</a:t>
            </a:r>
            <a:endParaRPr/>
          </a:p>
        </p:txBody>
      </p:sp>
      <p:sp>
        <p:nvSpPr>
          <p:cNvPr id="324" name="Google Shape;324;p9"/>
          <p:cNvSpPr txBox="1"/>
          <p:nvPr/>
        </p:nvSpPr>
        <p:spPr>
          <a:xfrm>
            <a:off x="14109125" y="4512398"/>
            <a:ext cx="1924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7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Avances</a:t>
            </a:r>
            <a:endParaRPr/>
          </a:p>
        </p:txBody>
      </p:sp>
      <p:sp>
        <p:nvSpPr>
          <p:cNvPr id="325" name="Google Shape;325;p9"/>
          <p:cNvSpPr/>
          <p:nvPr/>
        </p:nvSpPr>
        <p:spPr>
          <a:xfrm>
            <a:off x="2400100" y="7407375"/>
            <a:ext cx="1921482" cy="470867"/>
          </a:xfrm>
          <a:custGeom>
            <a:rect b="b" l="l" r="r" t="t"/>
            <a:pathLst>
              <a:path extrusionOk="0" h="129167" w="500884">
                <a:moveTo>
                  <a:pt x="64583" y="0"/>
                </a:moveTo>
                <a:lnTo>
                  <a:pt x="436300" y="0"/>
                </a:lnTo>
                <a:cubicBezTo>
                  <a:pt x="471969" y="0"/>
                  <a:pt x="500884" y="28915"/>
                  <a:pt x="500884" y="64583"/>
                </a:cubicBezTo>
                <a:lnTo>
                  <a:pt x="500884" y="64583"/>
                </a:lnTo>
                <a:cubicBezTo>
                  <a:pt x="500884" y="81712"/>
                  <a:pt x="494080" y="98139"/>
                  <a:pt x="481968" y="110251"/>
                </a:cubicBezTo>
                <a:cubicBezTo>
                  <a:pt x="469856" y="122363"/>
                  <a:pt x="453429" y="129167"/>
                  <a:pt x="436300" y="129167"/>
                </a:cubicBezTo>
                <a:lnTo>
                  <a:pt x="64583" y="129167"/>
                </a:lnTo>
                <a:cubicBezTo>
                  <a:pt x="47455" y="129167"/>
                  <a:pt x="31028" y="122363"/>
                  <a:pt x="18916" y="110251"/>
                </a:cubicBezTo>
                <a:cubicBezTo>
                  <a:pt x="6804" y="98139"/>
                  <a:pt x="0" y="81712"/>
                  <a:pt x="0" y="64583"/>
                </a:cubicBezTo>
                <a:lnTo>
                  <a:pt x="0" y="64583"/>
                </a:lnTo>
                <a:cubicBezTo>
                  <a:pt x="0" y="47455"/>
                  <a:pt x="6804" y="31028"/>
                  <a:pt x="18916" y="18916"/>
                </a:cubicBezTo>
                <a:cubicBezTo>
                  <a:pt x="31028" y="6804"/>
                  <a:pt x="47455" y="0"/>
                  <a:pt x="64583" y="0"/>
                </a:cubicBezTo>
                <a:close/>
              </a:path>
            </a:pathLst>
          </a:custGeom>
          <a:gradFill>
            <a:gsLst>
              <a:gs pos="0">
                <a:srgbClr val="046AA2"/>
              </a:gs>
              <a:gs pos="100000">
                <a:srgbClr val="00013C"/>
              </a:gs>
            </a:gsLst>
            <a:lin ang="2700000" scaled="0"/>
          </a:gradFill>
          <a:ln>
            <a:noFill/>
          </a:ln>
        </p:spPr>
        <p:txBody>
          <a:bodyPr anchorCtr="0" anchor="ctr" bIns="134350" lIns="134350" spcFirstLastPara="1" rIns="134350" wrap="square" tIns="134350">
            <a:noAutofit/>
          </a:bodyPr>
          <a:lstStyle/>
          <a:p>
            <a:pPr indent="0" lvl="0" marL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79">
                <a:solidFill>
                  <a:schemeClr val="lt1"/>
                </a:solidFill>
              </a:rPr>
              <a:t>Firestore</a:t>
            </a:r>
            <a:endParaRPr/>
          </a:p>
        </p:txBody>
      </p:sp>
      <p:grpSp>
        <p:nvGrpSpPr>
          <p:cNvPr id="326" name="Google Shape;326;p9"/>
          <p:cNvGrpSpPr/>
          <p:nvPr/>
        </p:nvGrpSpPr>
        <p:grpSpPr>
          <a:xfrm>
            <a:off x="2400088" y="6773797"/>
            <a:ext cx="1902246" cy="490936"/>
            <a:chOff x="0" y="-3"/>
            <a:chExt cx="501003" cy="129300"/>
          </a:xfrm>
        </p:grpSpPr>
        <p:sp>
          <p:nvSpPr>
            <p:cNvPr id="327" name="Google Shape;327;p9"/>
            <p:cNvSpPr/>
            <p:nvPr/>
          </p:nvSpPr>
          <p:spPr>
            <a:xfrm>
              <a:off x="0" y="0"/>
              <a:ext cx="500884" cy="129167"/>
            </a:xfrm>
            <a:custGeom>
              <a:rect b="b" l="l" r="r" t="t"/>
              <a:pathLst>
                <a:path extrusionOk="0" h="129167" w="500884">
                  <a:moveTo>
                    <a:pt x="64583" y="0"/>
                  </a:moveTo>
                  <a:lnTo>
                    <a:pt x="436300" y="0"/>
                  </a:lnTo>
                  <a:cubicBezTo>
                    <a:pt x="471969" y="0"/>
                    <a:pt x="500884" y="28915"/>
                    <a:pt x="500884" y="64583"/>
                  </a:cubicBezTo>
                  <a:lnTo>
                    <a:pt x="500884" y="64583"/>
                  </a:lnTo>
                  <a:cubicBezTo>
                    <a:pt x="500884" y="81712"/>
                    <a:pt x="494080" y="98139"/>
                    <a:pt x="481968" y="110251"/>
                  </a:cubicBezTo>
                  <a:cubicBezTo>
                    <a:pt x="469856" y="122363"/>
                    <a:pt x="453429" y="129167"/>
                    <a:pt x="436300" y="129167"/>
                  </a:cubicBezTo>
                  <a:lnTo>
                    <a:pt x="64583" y="129167"/>
                  </a:lnTo>
                  <a:cubicBezTo>
                    <a:pt x="47455" y="129167"/>
                    <a:pt x="31028" y="122363"/>
                    <a:pt x="18916" y="110251"/>
                  </a:cubicBezTo>
                  <a:cubicBezTo>
                    <a:pt x="6804" y="98139"/>
                    <a:pt x="0" y="81712"/>
                    <a:pt x="0" y="64583"/>
                  </a:cubicBezTo>
                  <a:lnTo>
                    <a:pt x="0" y="64583"/>
                  </a:lnTo>
                  <a:cubicBezTo>
                    <a:pt x="0" y="47455"/>
                    <a:pt x="6804" y="31028"/>
                    <a:pt x="18916" y="18916"/>
                  </a:cubicBezTo>
                  <a:cubicBezTo>
                    <a:pt x="31028" y="6804"/>
                    <a:pt x="47455" y="0"/>
                    <a:pt x="64583" y="0"/>
                  </a:cubicBezTo>
                  <a:close/>
                </a:path>
              </a:pathLst>
            </a:custGeom>
            <a:gradFill>
              <a:gsLst>
                <a:gs pos="0">
                  <a:srgbClr val="046AA2"/>
                </a:gs>
                <a:gs pos="100000">
                  <a:srgbClr val="00013C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9"/>
            <p:cNvSpPr txBox="1"/>
            <p:nvPr/>
          </p:nvSpPr>
          <p:spPr>
            <a:xfrm>
              <a:off x="3" y="-3"/>
              <a:ext cx="501000" cy="12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7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Flutter</a:t>
              </a:r>
              <a:endParaRPr/>
            </a:p>
          </p:txBody>
        </p:sp>
      </p:grpSp>
      <p:grpSp>
        <p:nvGrpSpPr>
          <p:cNvPr id="329" name="Google Shape;329;p9"/>
          <p:cNvGrpSpPr/>
          <p:nvPr/>
        </p:nvGrpSpPr>
        <p:grpSpPr>
          <a:xfrm>
            <a:off x="5173500" y="6789501"/>
            <a:ext cx="1902234" cy="491355"/>
            <a:chOff x="0" y="-243"/>
            <a:chExt cx="501000" cy="129410"/>
          </a:xfrm>
        </p:grpSpPr>
        <p:sp>
          <p:nvSpPr>
            <p:cNvPr id="330" name="Google Shape;330;p9"/>
            <p:cNvSpPr/>
            <p:nvPr/>
          </p:nvSpPr>
          <p:spPr>
            <a:xfrm>
              <a:off x="0" y="0"/>
              <a:ext cx="500884" cy="129167"/>
            </a:xfrm>
            <a:custGeom>
              <a:rect b="b" l="l" r="r" t="t"/>
              <a:pathLst>
                <a:path extrusionOk="0" h="129167" w="500884">
                  <a:moveTo>
                    <a:pt x="64583" y="0"/>
                  </a:moveTo>
                  <a:lnTo>
                    <a:pt x="436300" y="0"/>
                  </a:lnTo>
                  <a:cubicBezTo>
                    <a:pt x="471969" y="0"/>
                    <a:pt x="500884" y="28915"/>
                    <a:pt x="500884" y="64583"/>
                  </a:cubicBezTo>
                  <a:lnTo>
                    <a:pt x="500884" y="64583"/>
                  </a:lnTo>
                  <a:cubicBezTo>
                    <a:pt x="500884" y="81712"/>
                    <a:pt x="494080" y="98139"/>
                    <a:pt x="481968" y="110251"/>
                  </a:cubicBezTo>
                  <a:cubicBezTo>
                    <a:pt x="469856" y="122363"/>
                    <a:pt x="453429" y="129167"/>
                    <a:pt x="436300" y="129167"/>
                  </a:cubicBezTo>
                  <a:lnTo>
                    <a:pt x="64583" y="129167"/>
                  </a:lnTo>
                  <a:cubicBezTo>
                    <a:pt x="47455" y="129167"/>
                    <a:pt x="31028" y="122363"/>
                    <a:pt x="18916" y="110251"/>
                  </a:cubicBezTo>
                  <a:cubicBezTo>
                    <a:pt x="6804" y="98139"/>
                    <a:pt x="0" y="81712"/>
                    <a:pt x="0" y="64583"/>
                  </a:cubicBezTo>
                  <a:lnTo>
                    <a:pt x="0" y="64583"/>
                  </a:lnTo>
                  <a:cubicBezTo>
                    <a:pt x="0" y="47455"/>
                    <a:pt x="6804" y="31028"/>
                    <a:pt x="18916" y="18916"/>
                  </a:cubicBezTo>
                  <a:cubicBezTo>
                    <a:pt x="31028" y="6804"/>
                    <a:pt x="47455" y="0"/>
                    <a:pt x="64583" y="0"/>
                  </a:cubicBezTo>
                  <a:close/>
                </a:path>
              </a:pathLst>
            </a:custGeom>
            <a:gradFill>
              <a:gsLst>
                <a:gs pos="0">
                  <a:srgbClr val="046AA2"/>
                </a:gs>
                <a:gs pos="100000">
                  <a:srgbClr val="00013C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9"/>
            <p:cNvSpPr txBox="1"/>
            <p:nvPr/>
          </p:nvSpPr>
          <p:spPr>
            <a:xfrm>
              <a:off x="0" y="-243"/>
              <a:ext cx="501000" cy="12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7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Flutter</a:t>
              </a:r>
              <a:endParaRPr/>
            </a:p>
          </p:txBody>
        </p:sp>
      </p:grpSp>
      <p:grpSp>
        <p:nvGrpSpPr>
          <p:cNvPr id="332" name="Google Shape;332;p9"/>
          <p:cNvGrpSpPr/>
          <p:nvPr/>
        </p:nvGrpSpPr>
        <p:grpSpPr>
          <a:xfrm>
            <a:off x="5178175" y="7417851"/>
            <a:ext cx="1902234" cy="490937"/>
            <a:chOff x="-2" y="0"/>
            <a:chExt cx="501000" cy="129300"/>
          </a:xfrm>
        </p:grpSpPr>
        <p:sp>
          <p:nvSpPr>
            <p:cNvPr id="333" name="Google Shape;333;p9"/>
            <p:cNvSpPr/>
            <p:nvPr/>
          </p:nvSpPr>
          <p:spPr>
            <a:xfrm>
              <a:off x="0" y="0"/>
              <a:ext cx="500884" cy="129167"/>
            </a:xfrm>
            <a:custGeom>
              <a:rect b="b" l="l" r="r" t="t"/>
              <a:pathLst>
                <a:path extrusionOk="0" h="129167" w="500884">
                  <a:moveTo>
                    <a:pt x="64583" y="0"/>
                  </a:moveTo>
                  <a:lnTo>
                    <a:pt x="436300" y="0"/>
                  </a:lnTo>
                  <a:cubicBezTo>
                    <a:pt x="471969" y="0"/>
                    <a:pt x="500884" y="28915"/>
                    <a:pt x="500884" y="64583"/>
                  </a:cubicBezTo>
                  <a:lnTo>
                    <a:pt x="500884" y="64583"/>
                  </a:lnTo>
                  <a:cubicBezTo>
                    <a:pt x="500884" y="81712"/>
                    <a:pt x="494080" y="98139"/>
                    <a:pt x="481968" y="110251"/>
                  </a:cubicBezTo>
                  <a:cubicBezTo>
                    <a:pt x="469856" y="122363"/>
                    <a:pt x="453429" y="129167"/>
                    <a:pt x="436300" y="129167"/>
                  </a:cubicBezTo>
                  <a:lnTo>
                    <a:pt x="64583" y="129167"/>
                  </a:lnTo>
                  <a:cubicBezTo>
                    <a:pt x="47455" y="129167"/>
                    <a:pt x="31028" y="122363"/>
                    <a:pt x="18916" y="110251"/>
                  </a:cubicBezTo>
                  <a:cubicBezTo>
                    <a:pt x="6804" y="98139"/>
                    <a:pt x="0" y="81712"/>
                    <a:pt x="0" y="64583"/>
                  </a:cubicBezTo>
                  <a:lnTo>
                    <a:pt x="0" y="64583"/>
                  </a:lnTo>
                  <a:cubicBezTo>
                    <a:pt x="0" y="47455"/>
                    <a:pt x="6804" y="31028"/>
                    <a:pt x="18916" y="18916"/>
                  </a:cubicBezTo>
                  <a:cubicBezTo>
                    <a:pt x="31028" y="6804"/>
                    <a:pt x="47455" y="0"/>
                    <a:pt x="64583" y="0"/>
                  </a:cubicBezTo>
                  <a:close/>
                </a:path>
              </a:pathLst>
            </a:custGeom>
            <a:gradFill>
              <a:gsLst>
                <a:gs pos="0">
                  <a:srgbClr val="046AA2"/>
                </a:gs>
                <a:gs pos="100000">
                  <a:srgbClr val="00013C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9"/>
            <p:cNvSpPr txBox="1"/>
            <p:nvPr/>
          </p:nvSpPr>
          <p:spPr>
            <a:xfrm>
              <a:off x="-2" y="0"/>
              <a:ext cx="501000" cy="12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7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Firestore</a:t>
              </a:r>
              <a:endParaRPr/>
            </a:p>
          </p:txBody>
        </p:sp>
      </p:grpSp>
      <p:grpSp>
        <p:nvGrpSpPr>
          <p:cNvPr id="335" name="Google Shape;335;p9"/>
          <p:cNvGrpSpPr/>
          <p:nvPr/>
        </p:nvGrpSpPr>
        <p:grpSpPr>
          <a:xfrm>
            <a:off x="8144350" y="6790425"/>
            <a:ext cx="1902247" cy="491342"/>
            <a:chOff x="-3" y="0"/>
            <a:chExt cx="501000" cy="129406"/>
          </a:xfrm>
        </p:grpSpPr>
        <p:sp>
          <p:nvSpPr>
            <p:cNvPr id="336" name="Google Shape;336;p9"/>
            <p:cNvSpPr/>
            <p:nvPr/>
          </p:nvSpPr>
          <p:spPr>
            <a:xfrm>
              <a:off x="0" y="0"/>
              <a:ext cx="500884" cy="129167"/>
            </a:xfrm>
            <a:custGeom>
              <a:rect b="b" l="l" r="r" t="t"/>
              <a:pathLst>
                <a:path extrusionOk="0" h="129167" w="500884">
                  <a:moveTo>
                    <a:pt x="64583" y="0"/>
                  </a:moveTo>
                  <a:lnTo>
                    <a:pt x="436300" y="0"/>
                  </a:lnTo>
                  <a:cubicBezTo>
                    <a:pt x="471969" y="0"/>
                    <a:pt x="500884" y="28915"/>
                    <a:pt x="500884" y="64583"/>
                  </a:cubicBezTo>
                  <a:lnTo>
                    <a:pt x="500884" y="64583"/>
                  </a:lnTo>
                  <a:cubicBezTo>
                    <a:pt x="500884" y="81712"/>
                    <a:pt x="494080" y="98139"/>
                    <a:pt x="481968" y="110251"/>
                  </a:cubicBezTo>
                  <a:cubicBezTo>
                    <a:pt x="469856" y="122363"/>
                    <a:pt x="453429" y="129167"/>
                    <a:pt x="436300" y="129167"/>
                  </a:cubicBezTo>
                  <a:lnTo>
                    <a:pt x="64583" y="129167"/>
                  </a:lnTo>
                  <a:cubicBezTo>
                    <a:pt x="47455" y="129167"/>
                    <a:pt x="31028" y="122363"/>
                    <a:pt x="18916" y="110251"/>
                  </a:cubicBezTo>
                  <a:cubicBezTo>
                    <a:pt x="6804" y="98139"/>
                    <a:pt x="0" y="81712"/>
                    <a:pt x="0" y="64583"/>
                  </a:cubicBezTo>
                  <a:lnTo>
                    <a:pt x="0" y="64583"/>
                  </a:lnTo>
                  <a:cubicBezTo>
                    <a:pt x="0" y="47455"/>
                    <a:pt x="6804" y="31028"/>
                    <a:pt x="18916" y="18916"/>
                  </a:cubicBezTo>
                  <a:cubicBezTo>
                    <a:pt x="31028" y="6804"/>
                    <a:pt x="47455" y="0"/>
                    <a:pt x="64583" y="0"/>
                  </a:cubicBezTo>
                  <a:close/>
                </a:path>
              </a:pathLst>
            </a:custGeom>
            <a:gradFill>
              <a:gsLst>
                <a:gs pos="0">
                  <a:srgbClr val="046AA2"/>
                </a:gs>
                <a:gs pos="100000">
                  <a:srgbClr val="00013C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9"/>
            <p:cNvSpPr txBox="1"/>
            <p:nvPr/>
          </p:nvSpPr>
          <p:spPr>
            <a:xfrm>
              <a:off x="-3" y="106"/>
              <a:ext cx="501000" cy="12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7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Firestore</a:t>
              </a:r>
              <a:endParaRPr/>
            </a:p>
          </p:txBody>
        </p:sp>
      </p:grpSp>
      <p:grpSp>
        <p:nvGrpSpPr>
          <p:cNvPr id="338" name="Google Shape;338;p9"/>
          <p:cNvGrpSpPr/>
          <p:nvPr/>
        </p:nvGrpSpPr>
        <p:grpSpPr>
          <a:xfrm>
            <a:off x="8144350" y="7416926"/>
            <a:ext cx="1902234" cy="491356"/>
            <a:chOff x="-3" y="-243"/>
            <a:chExt cx="501000" cy="129410"/>
          </a:xfrm>
        </p:grpSpPr>
        <p:sp>
          <p:nvSpPr>
            <p:cNvPr id="339" name="Google Shape;339;p9"/>
            <p:cNvSpPr/>
            <p:nvPr/>
          </p:nvSpPr>
          <p:spPr>
            <a:xfrm>
              <a:off x="0" y="0"/>
              <a:ext cx="500884" cy="129167"/>
            </a:xfrm>
            <a:custGeom>
              <a:rect b="b" l="l" r="r" t="t"/>
              <a:pathLst>
                <a:path extrusionOk="0" h="129167" w="500884">
                  <a:moveTo>
                    <a:pt x="64583" y="0"/>
                  </a:moveTo>
                  <a:lnTo>
                    <a:pt x="436300" y="0"/>
                  </a:lnTo>
                  <a:cubicBezTo>
                    <a:pt x="471969" y="0"/>
                    <a:pt x="500884" y="28915"/>
                    <a:pt x="500884" y="64583"/>
                  </a:cubicBezTo>
                  <a:lnTo>
                    <a:pt x="500884" y="64583"/>
                  </a:lnTo>
                  <a:cubicBezTo>
                    <a:pt x="500884" y="81712"/>
                    <a:pt x="494080" y="98139"/>
                    <a:pt x="481968" y="110251"/>
                  </a:cubicBezTo>
                  <a:cubicBezTo>
                    <a:pt x="469856" y="122363"/>
                    <a:pt x="453429" y="129167"/>
                    <a:pt x="436300" y="129167"/>
                  </a:cubicBezTo>
                  <a:lnTo>
                    <a:pt x="64583" y="129167"/>
                  </a:lnTo>
                  <a:cubicBezTo>
                    <a:pt x="47455" y="129167"/>
                    <a:pt x="31028" y="122363"/>
                    <a:pt x="18916" y="110251"/>
                  </a:cubicBezTo>
                  <a:cubicBezTo>
                    <a:pt x="6804" y="98139"/>
                    <a:pt x="0" y="81712"/>
                    <a:pt x="0" y="64583"/>
                  </a:cubicBezTo>
                  <a:lnTo>
                    <a:pt x="0" y="64583"/>
                  </a:lnTo>
                  <a:cubicBezTo>
                    <a:pt x="0" y="47455"/>
                    <a:pt x="6804" y="31028"/>
                    <a:pt x="18916" y="18916"/>
                  </a:cubicBezTo>
                  <a:cubicBezTo>
                    <a:pt x="31028" y="6804"/>
                    <a:pt x="47455" y="0"/>
                    <a:pt x="64583" y="0"/>
                  </a:cubicBezTo>
                  <a:close/>
                </a:path>
              </a:pathLst>
            </a:custGeom>
            <a:gradFill>
              <a:gsLst>
                <a:gs pos="0">
                  <a:srgbClr val="046AA2"/>
                </a:gs>
                <a:gs pos="100000">
                  <a:srgbClr val="00013C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9"/>
            <p:cNvSpPr txBox="1"/>
            <p:nvPr/>
          </p:nvSpPr>
          <p:spPr>
            <a:xfrm>
              <a:off x="-3" y="-243"/>
              <a:ext cx="501000" cy="12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7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Asistente de IA</a:t>
              </a:r>
              <a:endParaRPr/>
            </a:p>
          </p:txBody>
        </p:sp>
      </p:grpSp>
      <p:grpSp>
        <p:nvGrpSpPr>
          <p:cNvPr id="341" name="Google Shape;341;p9"/>
          <p:cNvGrpSpPr/>
          <p:nvPr/>
        </p:nvGrpSpPr>
        <p:grpSpPr>
          <a:xfrm>
            <a:off x="11205789" y="6790425"/>
            <a:ext cx="1902258" cy="490942"/>
            <a:chOff x="0" y="0"/>
            <a:chExt cx="501003" cy="129301"/>
          </a:xfrm>
        </p:grpSpPr>
        <p:sp>
          <p:nvSpPr>
            <p:cNvPr id="342" name="Google Shape;342;p9"/>
            <p:cNvSpPr/>
            <p:nvPr/>
          </p:nvSpPr>
          <p:spPr>
            <a:xfrm>
              <a:off x="0" y="0"/>
              <a:ext cx="500884" cy="129167"/>
            </a:xfrm>
            <a:custGeom>
              <a:rect b="b" l="l" r="r" t="t"/>
              <a:pathLst>
                <a:path extrusionOk="0" h="129167" w="500884">
                  <a:moveTo>
                    <a:pt x="64583" y="0"/>
                  </a:moveTo>
                  <a:lnTo>
                    <a:pt x="436300" y="0"/>
                  </a:lnTo>
                  <a:cubicBezTo>
                    <a:pt x="471969" y="0"/>
                    <a:pt x="500884" y="28915"/>
                    <a:pt x="500884" y="64583"/>
                  </a:cubicBezTo>
                  <a:lnTo>
                    <a:pt x="500884" y="64583"/>
                  </a:lnTo>
                  <a:cubicBezTo>
                    <a:pt x="500884" y="81712"/>
                    <a:pt x="494080" y="98139"/>
                    <a:pt x="481968" y="110251"/>
                  </a:cubicBezTo>
                  <a:cubicBezTo>
                    <a:pt x="469856" y="122363"/>
                    <a:pt x="453429" y="129167"/>
                    <a:pt x="436300" y="129167"/>
                  </a:cubicBezTo>
                  <a:lnTo>
                    <a:pt x="64583" y="129167"/>
                  </a:lnTo>
                  <a:cubicBezTo>
                    <a:pt x="47455" y="129167"/>
                    <a:pt x="31028" y="122363"/>
                    <a:pt x="18916" y="110251"/>
                  </a:cubicBezTo>
                  <a:cubicBezTo>
                    <a:pt x="6804" y="98139"/>
                    <a:pt x="0" y="81712"/>
                    <a:pt x="0" y="64583"/>
                  </a:cubicBezTo>
                  <a:lnTo>
                    <a:pt x="0" y="64583"/>
                  </a:lnTo>
                  <a:cubicBezTo>
                    <a:pt x="0" y="47455"/>
                    <a:pt x="6804" y="31028"/>
                    <a:pt x="18916" y="18916"/>
                  </a:cubicBezTo>
                  <a:cubicBezTo>
                    <a:pt x="31028" y="6804"/>
                    <a:pt x="47455" y="0"/>
                    <a:pt x="64583" y="0"/>
                  </a:cubicBezTo>
                  <a:close/>
                </a:path>
              </a:pathLst>
            </a:custGeom>
            <a:gradFill>
              <a:gsLst>
                <a:gs pos="0">
                  <a:srgbClr val="046AA2"/>
                </a:gs>
                <a:gs pos="100000">
                  <a:srgbClr val="00013C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9"/>
            <p:cNvSpPr txBox="1"/>
            <p:nvPr/>
          </p:nvSpPr>
          <p:spPr>
            <a:xfrm>
              <a:off x="3" y="1"/>
              <a:ext cx="501000" cy="12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7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Flutter</a:t>
              </a:r>
              <a:endParaRPr/>
            </a:p>
          </p:txBody>
        </p:sp>
      </p:grpSp>
      <p:grpSp>
        <p:nvGrpSpPr>
          <p:cNvPr id="344" name="Google Shape;344;p9"/>
          <p:cNvGrpSpPr/>
          <p:nvPr/>
        </p:nvGrpSpPr>
        <p:grpSpPr>
          <a:xfrm>
            <a:off x="11205789" y="7349966"/>
            <a:ext cx="1902245" cy="490944"/>
            <a:chOff x="0" y="0"/>
            <a:chExt cx="501003" cy="129302"/>
          </a:xfrm>
        </p:grpSpPr>
        <p:sp>
          <p:nvSpPr>
            <p:cNvPr id="345" name="Google Shape;345;p9"/>
            <p:cNvSpPr/>
            <p:nvPr/>
          </p:nvSpPr>
          <p:spPr>
            <a:xfrm>
              <a:off x="0" y="0"/>
              <a:ext cx="500884" cy="129167"/>
            </a:xfrm>
            <a:custGeom>
              <a:rect b="b" l="l" r="r" t="t"/>
              <a:pathLst>
                <a:path extrusionOk="0" h="129167" w="500884">
                  <a:moveTo>
                    <a:pt x="64583" y="0"/>
                  </a:moveTo>
                  <a:lnTo>
                    <a:pt x="436300" y="0"/>
                  </a:lnTo>
                  <a:cubicBezTo>
                    <a:pt x="471969" y="0"/>
                    <a:pt x="500884" y="28915"/>
                    <a:pt x="500884" y="64583"/>
                  </a:cubicBezTo>
                  <a:lnTo>
                    <a:pt x="500884" y="64583"/>
                  </a:lnTo>
                  <a:cubicBezTo>
                    <a:pt x="500884" y="81712"/>
                    <a:pt x="494080" y="98139"/>
                    <a:pt x="481968" y="110251"/>
                  </a:cubicBezTo>
                  <a:cubicBezTo>
                    <a:pt x="469856" y="122363"/>
                    <a:pt x="453429" y="129167"/>
                    <a:pt x="436300" y="129167"/>
                  </a:cubicBezTo>
                  <a:lnTo>
                    <a:pt x="64583" y="129167"/>
                  </a:lnTo>
                  <a:cubicBezTo>
                    <a:pt x="47455" y="129167"/>
                    <a:pt x="31028" y="122363"/>
                    <a:pt x="18916" y="110251"/>
                  </a:cubicBezTo>
                  <a:cubicBezTo>
                    <a:pt x="6804" y="98139"/>
                    <a:pt x="0" y="81712"/>
                    <a:pt x="0" y="64583"/>
                  </a:cubicBezTo>
                  <a:lnTo>
                    <a:pt x="0" y="64583"/>
                  </a:lnTo>
                  <a:cubicBezTo>
                    <a:pt x="0" y="47455"/>
                    <a:pt x="6804" y="31028"/>
                    <a:pt x="18916" y="18916"/>
                  </a:cubicBezTo>
                  <a:cubicBezTo>
                    <a:pt x="31028" y="6804"/>
                    <a:pt x="47455" y="0"/>
                    <a:pt x="64583" y="0"/>
                  </a:cubicBezTo>
                  <a:close/>
                </a:path>
              </a:pathLst>
            </a:custGeom>
            <a:gradFill>
              <a:gsLst>
                <a:gs pos="0">
                  <a:srgbClr val="046AA2"/>
                </a:gs>
                <a:gs pos="100000">
                  <a:srgbClr val="00013C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9"/>
            <p:cNvSpPr txBox="1"/>
            <p:nvPr/>
          </p:nvSpPr>
          <p:spPr>
            <a:xfrm>
              <a:off x="3" y="2"/>
              <a:ext cx="501000" cy="12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7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Firestore</a:t>
              </a:r>
              <a:endParaRPr/>
            </a:p>
          </p:txBody>
        </p:sp>
      </p:grpSp>
      <p:grpSp>
        <p:nvGrpSpPr>
          <p:cNvPr id="347" name="Google Shape;347;p9"/>
          <p:cNvGrpSpPr/>
          <p:nvPr/>
        </p:nvGrpSpPr>
        <p:grpSpPr>
          <a:xfrm>
            <a:off x="14142725" y="6772898"/>
            <a:ext cx="1902234" cy="491343"/>
            <a:chOff x="-3" y="-240"/>
            <a:chExt cx="501000" cy="129407"/>
          </a:xfrm>
        </p:grpSpPr>
        <p:sp>
          <p:nvSpPr>
            <p:cNvPr id="348" name="Google Shape;348;p9"/>
            <p:cNvSpPr/>
            <p:nvPr/>
          </p:nvSpPr>
          <p:spPr>
            <a:xfrm>
              <a:off x="0" y="0"/>
              <a:ext cx="500884" cy="129167"/>
            </a:xfrm>
            <a:custGeom>
              <a:rect b="b" l="l" r="r" t="t"/>
              <a:pathLst>
                <a:path extrusionOk="0" h="129167" w="500884">
                  <a:moveTo>
                    <a:pt x="64583" y="0"/>
                  </a:moveTo>
                  <a:lnTo>
                    <a:pt x="436300" y="0"/>
                  </a:lnTo>
                  <a:cubicBezTo>
                    <a:pt x="471969" y="0"/>
                    <a:pt x="500884" y="28915"/>
                    <a:pt x="500884" y="64583"/>
                  </a:cubicBezTo>
                  <a:lnTo>
                    <a:pt x="500884" y="64583"/>
                  </a:lnTo>
                  <a:cubicBezTo>
                    <a:pt x="500884" y="81712"/>
                    <a:pt x="494080" y="98139"/>
                    <a:pt x="481968" y="110251"/>
                  </a:cubicBezTo>
                  <a:cubicBezTo>
                    <a:pt x="469856" y="122363"/>
                    <a:pt x="453429" y="129167"/>
                    <a:pt x="436300" y="129167"/>
                  </a:cubicBezTo>
                  <a:lnTo>
                    <a:pt x="64583" y="129167"/>
                  </a:lnTo>
                  <a:cubicBezTo>
                    <a:pt x="47455" y="129167"/>
                    <a:pt x="31028" y="122363"/>
                    <a:pt x="18916" y="110251"/>
                  </a:cubicBezTo>
                  <a:cubicBezTo>
                    <a:pt x="6804" y="98139"/>
                    <a:pt x="0" y="81712"/>
                    <a:pt x="0" y="64583"/>
                  </a:cubicBezTo>
                  <a:lnTo>
                    <a:pt x="0" y="64583"/>
                  </a:lnTo>
                  <a:cubicBezTo>
                    <a:pt x="0" y="47455"/>
                    <a:pt x="6804" y="31028"/>
                    <a:pt x="18916" y="18916"/>
                  </a:cubicBezTo>
                  <a:cubicBezTo>
                    <a:pt x="31028" y="6804"/>
                    <a:pt x="47455" y="0"/>
                    <a:pt x="64583" y="0"/>
                  </a:cubicBezTo>
                  <a:close/>
                </a:path>
              </a:pathLst>
            </a:custGeom>
            <a:gradFill>
              <a:gsLst>
                <a:gs pos="0">
                  <a:srgbClr val="046AA2"/>
                </a:gs>
                <a:gs pos="100000">
                  <a:srgbClr val="00013C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9"/>
            <p:cNvSpPr txBox="1"/>
            <p:nvPr/>
          </p:nvSpPr>
          <p:spPr>
            <a:xfrm>
              <a:off x="-3" y="-240"/>
              <a:ext cx="501000" cy="12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7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Flutter</a:t>
              </a:r>
              <a:endParaRPr/>
            </a:p>
          </p:txBody>
        </p:sp>
      </p:grpSp>
      <p:grpSp>
        <p:nvGrpSpPr>
          <p:cNvPr id="350" name="Google Shape;350;p9"/>
          <p:cNvGrpSpPr/>
          <p:nvPr/>
        </p:nvGrpSpPr>
        <p:grpSpPr>
          <a:xfrm>
            <a:off x="14142725" y="7349966"/>
            <a:ext cx="1902234" cy="490944"/>
            <a:chOff x="-3" y="0"/>
            <a:chExt cx="501000" cy="129302"/>
          </a:xfrm>
        </p:grpSpPr>
        <p:sp>
          <p:nvSpPr>
            <p:cNvPr id="351" name="Google Shape;351;p9"/>
            <p:cNvSpPr/>
            <p:nvPr/>
          </p:nvSpPr>
          <p:spPr>
            <a:xfrm>
              <a:off x="0" y="0"/>
              <a:ext cx="500884" cy="129167"/>
            </a:xfrm>
            <a:custGeom>
              <a:rect b="b" l="l" r="r" t="t"/>
              <a:pathLst>
                <a:path extrusionOk="0" h="129167" w="500884">
                  <a:moveTo>
                    <a:pt x="64583" y="0"/>
                  </a:moveTo>
                  <a:lnTo>
                    <a:pt x="436300" y="0"/>
                  </a:lnTo>
                  <a:cubicBezTo>
                    <a:pt x="471969" y="0"/>
                    <a:pt x="500884" y="28915"/>
                    <a:pt x="500884" y="64583"/>
                  </a:cubicBezTo>
                  <a:lnTo>
                    <a:pt x="500884" y="64583"/>
                  </a:lnTo>
                  <a:cubicBezTo>
                    <a:pt x="500884" y="81712"/>
                    <a:pt x="494080" y="98139"/>
                    <a:pt x="481968" y="110251"/>
                  </a:cubicBezTo>
                  <a:cubicBezTo>
                    <a:pt x="469856" y="122363"/>
                    <a:pt x="453429" y="129167"/>
                    <a:pt x="436300" y="129167"/>
                  </a:cubicBezTo>
                  <a:lnTo>
                    <a:pt x="64583" y="129167"/>
                  </a:lnTo>
                  <a:cubicBezTo>
                    <a:pt x="47455" y="129167"/>
                    <a:pt x="31028" y="122363"/>
                    <a:pt x="18916" y="110251"/>
                  </a:cubicBezTo>
                  <a:cubicBezTo>
                    <a:pt x="6804" y="98139"/>
                    <a:pt x="0" y="81712"/>
                    <a:pt x="0" y="64583"/>
                  </a:cubicBezTo>
                  <a:lnTo>
                    <a:pt x="0" y="64583"/>
                  </a:lnTo>
                  <a:cubicBezTo>
                    <a:pt x="0" y="47455"/>
                    <a:pt x="6804" y="31028"/>
                    <a:pt x="18916" y="18916"/>
                  </a:cubicBezTo>
                  <a:cubicBezTo>
                    <a:pt x="31028" y="6804"/>
                    <a:pt x="47455" y="0"/>
                    <a:pt x="64583" y="0"/>
                  </a:cubicBezTo>
                  <a:close/>
                </a:path>
              </a:pathLst>
            </a:custGeom>
            <a:gradFill>
              <a:gsLst>
                <a:gs pos="0">
                  <a:srgbClr val="046AA2"/>
                </a:gs>
                <a:gs pos="100000">
                  <a:srgbClr val="00013C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9"/>
            <p:cNvSpPr txBox="1"/>
            <p:nvPr/>
          </p:nvSpPr>
          <p:spPr>
            <a:xfrm>
              <a:off x="-3" y="2"/>
              <a:ext cx="501000" cy="12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7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Firestore</a:t>
              </a:r>
              <a:endParaRPr/>
            </a:p>
          </p:txBody>
        </p:sp>
      </p:grpSp>
    </p:spTree>
  </p:cSld>
  <p:clrMapOvr>
    <a:masterClrMapping/>
  </p:clrMapOvr>
  <p:transition spd="med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8" name="Google Shape;358;p10"/>
          <p:cNvSpPr/>
          <p:nvPr/>
        </p:nvSpPr>
        <p:spPr>
          <a:xfrm>
            <a:off x="15887700" y="0"/>
            <a:ext cx="2400300" cy="2143125"/>
          </a:xfrm>
          <a:custGeom>
            <a:rect b="b" l="l" r="r" t="t"/>
            <a:pathLst>
              <a:path extrusionOk="0" h="2143125" w="2400300">
                <a:moveTo>
                  <a:pt x="0" y="0"/>
                </a:moveTo>
                <a:lnTo>
                  <a:pt x="2400300" y="0"/>
                </a:lnTo>
                <a:lnTo>
                  <a:pt x="2400300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9" name="Google Shape;359;p10"/>
          <p:cNvSpPr/>
          <p:nvPr/>
        </p:nvSpPr>
        <p:spPr>
          <a:xfrm>
            <a:off x="0" y="8143875"/>
            <a:ext cx="2181225" cy="2143125"/>
          </a:xfrm>
          <a:custGeom>
            <a:rect b="b" l="l" r="r" t="t"/>
            <a:pathLst>
              <a:path extrusionOk="0" h="2143125" w="2181225">
                <a:moveTo>
                  <a:pt x="0" y="0"/>
                </a:moveTo>
                <a:lnTo>
                  <a:pt x="2181225" y="0"/>
                </a:lnTo>
                <a:lnTo>
                  <a:pt x="2181225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0" name="Google Shape;360;p10"/>
          <p:cNvSpPr/>
          <p:nvPr/>
        </p:nvSpPr>
        <p:spPr>
          <a:xfrm>
            <a:off x="1304925" y="3000375"/>
            <a:ext cx="15459075" cy="6648450"/>
          </a:xfrm>
          <a:custGeom>
            <a:rect b="b" l="l" r="r" t="t"/>
            <a:pathLst>
              <a:path extrusionOk="0" h="6648450" w="15459075">
                <a:moveTo>
                  <a:pt x="0" y="0"/>
                </a:moveTo>
                <a:lnTo>
                  <a:pt x="15459075" y="0"/>
                </a:lnTo>
                <a:lnTo>
                  <a:pt x="15459075" y="6648450"/>
                </a:lnTo>
                <a:lnTo>
                  <a:pt x="0" y="66484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1" name="Google Shape;361;p10"/>
          <p:cNvSpPr txBox="1"/>
          <p:nvPr/>
        </p:nvSpPr>
        <p:spPr>
          <a:xfrm>
            <a:off x="5513554" y="569965"/>
            <a:ext cx="6923706" cy="824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868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Como funciona la</a:t>
            </a:r>
            <a:endParaRPr/>
          </a:p>
        </p:txBody>
      </p:sp>
      <p:sp>
        <p:nvSpPr>
          <p:cNvPr id="362" name="Google Shape;362;p10"/>
          <p:cNvSpPr txBox="1"/>
          <p:nvPr/>
        </p:nvSpPr>
        <p:spPr>
          <a:xfrm>
            <a:off x="6137368" y="1312543"/>
            <a:ext cx="5676079" cy="114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101" u="none" cap="none" strike="noStrike">
                <a:solidFill>
                  <a:srgbClr val="16C0F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aplicación</a:t>
            </a:r>
            <a:endParaRPr/>
          </a:p>
        </p:txBody>
      </p:sp>
      <p:sp>
        <p:nvSpPr>
          <p:cNvPr id="363" name="Google Shape;363;p10"/>
          <p:cNvSpPr/>
          <p:nvPr/>
        </p:nvSpPr>
        <p:spPr>
          <a:xfrm>
            <a:off x="8267700" y="2352675"/>
            <a:ext cx="1533525" cy="1504950"/>
          </a:xfrm>
          <a:custGeom>
            <a:rect b="b" l="l" r="r" t="t"/>
            <a:pathLst>
              <a:path extrusionOk="0" h="1504950" w="1533525">
                <a:moveTo>
                  <a:pt x="0" y="0"/>
                </a:moveTo>
                <a:lnTo>
                  <a:pt x="1533525" y="0"/>
                </a:lnTo>
                <a:lnTo>
                  <a:pt x="15335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4" name="Google Shape;364;p10"/>
          <p:cNvSpPr/>
          <p:nvPr/>
        </p:nvSpPr>
        <p:spPr>
          <a:xfrm>
            <a:off x="8705850" y="2571750"/>
            <a:ext cx="876300" cy="1076325"/>
          </a:xfrm>
          <a:custGeom>
            <a:rect b="b" l="l" r="r" t="t"/>
            <a:pathLst>
              <a:path extrusionOk="0" h="1076325" w="876300">
                <a:moveTo>
                  <a:pt x="0" y="0"/>
                </a:moveTo>
                <a:lnTo>
                  <a:pt x="876300" y="0"/>
                </a:lnTo>
                <a:lnTo>
                  <a:pt x="8763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5" name="Google Shape;365;p10"/>
          <p:cNvSpPr txBox="1"/>
          <p:nvPr/>
        </p:nvSpPr>
        <p:spPr>
          <a:xfrm>
            <a:off x="6328697" y="3991552"/>
            <a:ext cx="5293420" cy="910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87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Funcionamiento integrado</a:t>
            </a:r>
            <a:endParaRPr/>
          </a:p>
          <a:p>
            <a:pPr indent="0" lvl="0" marL="0" marR="0" rtl="0" algn="ctr">
              <a:lnSpc>
                <a:spcPct val="14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87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Ejemplo de registro de una comida</a:t>
            </a:r>
            <a:endParaRPr/>
          </a:p>
        </p:txBody>
      </p:sp>
      <p:sp>
        <p:nvSpPr>
          <p:cNvPr id="366" name="Google Shape;366;p10"/>
          <p:cNvSpPr txBox="1"/>
          <p:nvPr/>
        </p:nvSpPr>
        <p:spPr>
          <a:xfrm>
            <a:off x="3288060" y="5040939"/>
            <a:ext cx="8736195" cy="4217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9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El usuario selecciona un alimento o lo ingresa manualmente.</a:t>
            </a:r>
            <a:endParaRPr/>
          </a:p>
        </p:txBody>
      </p:sp>
      <p:sp>
        <p:nvSpPr>
          <p:cNvPr id="367" name="Google Shape;367;p10"/>
          <p:cNvSpPr txBox="1"/>
          <p:nvPr/>
        </p:nvSpPr>
        <p:spPr>
          <a:xfrm>
            <a:off x="3267949" y="5628624"/>
            <a:ext cx="10747331" cy="4217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9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La aplicación valida la cantidad y la unidad y calcula su aporte nutricional.</a:t>
            </a:r>
            <a:endParaRPr/>
          </a:p>
        </p:txBody>
      </p:sp>
      <p:sp>
        <p:nvSpPr>
          <p:cNvPr id="368" name="Google Shape;368;p10"/>
          <p:cNvSpPr txBox="1"/>
          <p:nvPr/>
        </p:nvSpPr>
        <p:spPr>
          <a:xfrm>
            <a:off x="3306434" y="6201240"/>
            <a:ext cx="6898758" cy="4217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9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Actualiza las calorías y macronutrientes del día.</a:t>
            </a:r>
            <a:endParaRPr/>
          </a:p>
        </p:txBody>
      </p:sp>
      <p:sp>
        <p:nvSpPr>
          <p:cNvPr id="369" name="Google Shape;369;p10"/>
          <p:cNvSpPr txBox="1"/>
          <p:nvPr/>
        </p:nvSpPr>
        <p:spPr>
          <a:xfrm>
            <a:off x="3247120" y="6788925"/>
            <a:ext cx="12830161" cy="4217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9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Guarda el registro en Firestore o lo deja pendiente de sincronización si no hay conexión.</a:t>
            </a:r>
            <a:endParaRPr/>
          </a:p>
        </p:txBody>
      </p:sp>
      <p:sp>
        <p:nvSpPr>
          <p:cNvPr id="370" name="Google Shape;370;p10"/>
          <p:cNvSpPr txBox="1"/>
          <p:nvPr/>
        </p:nvSpPr>
        <p:spPr>
          <a:xfrm>
            <a:off x="3280417" y="7391679"/>
            <a:ext cx="9500476" cy="4217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9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Muestra la comida y los totales actualizados en Nutrición e Inicio.</a:t>
            </a:r>
            <a:endParaRPr/>
          </a:p>
        </p:txBody>
      </p:sp>
      <p:sp>
        <p:nvSpPr>
          <p:cNvPr id="371" name="Google Shape;371;p10"/>
          <p:cNvSpPr txBox="1"/>
          <p:nvPr/>
        </p:nvSpPr>
        <p:spPr>
          <a:xfrm>
            <a:off x="2089547" y="8009050"/>
            <a:ext cx="14171414" cy="10531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900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21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La interfaz, la lógica y el almacenamiento trabajan juntos para mantener los registros disponibles y actualizados.</a:t>
            </a:r>
            <a:endParaRPr/>
          </a:p>
        </p:txBody>
      </p:sp>
      <p:sp>
        <p:nvSpPr>
          <p:cNvPr id="372" name="Google Shape;372;p10"/>
          <p:cNvSpPr txBox="1"/>
          <p:nvPr/>
        </p:nvSpPr>
        <p:spPr>
          <a:xfrm>
            <a:off x="2381665" y="5628624"/>
            <a:ext cx="256130" cy="4217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99" u="none" cap="none" strike="noStrike">
                <a:solidFill>
                  <a:srgbClr val="16C0F6"/>
                </a:solidFill>
                <a:latin typeface="DM Sans"/>
                <a:ea typeface="DM Sans"/>
                <a:cs typeface="DM Sans"/>
                <a:sym typeface="DM Sans"/>
              </a:rPr>
              <a:t>2.</a:t>
            </a:r>
            <a:endParaRPr/>
          </a:p>
        </p:txBody>
      </p:sp>
      <p:sp>
        <p:nvSpPr>
          <p:cNvPr id="373" name="Google Shape;373;p10"/>
          <p:cNvSpPr txBox="1"/>
          <p:nvPr/>
        </p:nvSpPr>
        <p:spPr>
          <a:xfrm>
            <a:off x="2381586" y="6201240"/>
            <a:ext cx="264025" cy="4217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99" u="none" cap="none" strike="noStrike">
                <a:solidFill>
                  <a:srgbClr val="16C0F6"/>
                </a:solidFill>
                <a:latin typeface="DM Sans"/>
                <a:ea typeface="DM Sans"/>
                <a:cs typeface="DM Sans"/>
                <a:sym typeface="DM Sans"/>
              </a:rPr>
              <a:t>3.</a:t>
            </a:r>
            <a:endParaRPr/>
          </a:p>
        </p:txBody>
      </p:sp>
      <p:sp>
        <p:nvSpPr>
          <p:cNvPr id="374" name="Google Shape;374;p10"/>
          <p:cNvSpPr txBox="1"/>
          <p:nvPr/>
        </p:nvSpPr>
        <p:spPr>
          <a:xfrm>
            <a:off x="2381444" y="6788925"/>
            <a:ext cx="278237" cy="4217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99" u="none" cap="none" strike="noStrike">
                <a:solidFill>
                  <a:srgbClr val="16C0F6"/>
                </a:solidFill>
                <a:latin typeface="DM Sans"/>
                <a:ea typeface="DM Sans"/>
                <a:cs typeface="DM Sans"/>
                <a:sym typeface="DM Sans"/>
              </a:rPr>
              <a:t>4.</a:t>
            </a:r>
            <a:endParaRPr/>
          </a:p>
        </p:txBody>
      </p:sp>
      <p:sp>
        <p:nvSpPr>
          <p:cNvPr id="375" name="Google Shape;375;p10"/>
          <p:cNvSpPr txBox="1"/>
          <p:nvPr/>
        </p:nvSpPr>
        <p:spPr>
          <a:xfrm>
            <a:off x="2381511" y="7391679"/>
            <a:ext cx="271605" cy="4217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99" u="none" cap="none" strike="noStrike">
                <a:solidFill>
                  <a:srgbClr val="16C0F6"/>
                </a:solidFill>
                <a:latin typeface="DM Sans"/>
                <a:ea typeface="DM Sans"/>
                <a:cs typeface="DM Sans"/>
                <a:sym typeface="DM Sans"/>
              </a:rPr>
              <a:t>5.</a:t>
            </a:r>
            <a:endParaRPr/>
          </a:p>
        </p:txBody>
      </p:sp>
      <p:sp>
        <p:nvSpPr>
          <p:cNvPr id="376" name="Google Shape;376;p10"/>
          <p:cNvSpPr txBox="1"/>
          <p:nvPr/>
        </p:nvSpPr>
        <p:spPr>
          <a:xfrm>
            <a:off x="2382379" y="5040939"/>
            <a:ext cx="184754" cy="4217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99" u="none" cap="none" strike="noStrike">
                <a:solidFill>
                  <a:srgbClr val="16C0F6"/>
                </a:solidFill>
                <a:latin typeface="DM Sans"/>
                <a:ea typeface="DM Sans"/>
                <a:cs typeface="DM Sans"/>
                <a:sym typeface="DM Sans"/>
              </a:rPr>
              <a:t>1.</a:t>
            </a:r>
            <a:endParaRPr/>
          </a:p>
        </p:txBody>
      </p:sp>
    </p:spTree>
  </p:cSld>
  <p:clrMapOvr>
    <a:masterClrMapping/>
  </p:clrMapOvr>
  <mc:AlternateContent>
    <mc:Choice Requires="p14">
      <p:transition spd="med">
        <p14:flip dir="l"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2" name="Google Shape;382;p11"/>
          <p:cNvSpPr/>
          <p:nvPr/>
        </p:nvSpPr>
        <p:spPr>
          <a:xfrm>
            <a:off x="0" y="0"/>
            <a:ext cx="2400300" cy="2362200"/>
          </a:xfrm>
          <a:custGeom>
            <a:rect b="b" l="l" r="r" t="t"/>
            <a:pathLst>
              <a:path extrusionOk="0" h="2362200" w="2400300">
                <a:moveTo>
                  <a:pt x="0" y="0"/>
                </a:moveTo>
                <a:lnTo>
                  <a:pt x="2400300" y="0"/>
                </a:lnTo>
                <a:lnTo>
                  <a:pt x="240030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3" name="Google Shape;383;p11"/>
          <p:cNvSpPr/>
          <p:nvPr/>
        </p:nvSpPr>
        <p:spPr>
          <a:xfrm>
            <a:off x="0" y="8353425"/>
            <a:ext cx="2400300" cy="1933575"/>
          </a:xfrm>
          <a:custGeom>
            <a:rect b="b" l="l" r="r" t="t"/>
            <a:pathLst>
              <a:path extrusionOk="0" h="1933575" w="2400300">
                <a:moveTo>
                  <a:pt x="0" y="0"/>
                </a:moveTo>
                <a:lnTo>
                  <a:pt x="2400300" y="0"/>
                </a:lnTo>
                <a:lnTo>
                  <a:pt x="240030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4" name="Google Shape;384;p11"/>
          <p:cNvSpPr txBox="1"/>
          <p:nvPr/>
        </p:nvSpPr>
        <p:spPr>
          <a:xfrm>
            <a:off x="804027" y="968275"/>
            <a:ext cx="10005000" cy="10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85" u="none" cap="none" strike="noStrike">
                <a:solidFill>
                  <a:srgbClr val="F1F1F1"/>
                </a:solidFill>
                <a:latin typeface="Arial"/>
                <a:ea typeface="Arial"/>
                <a:cs typeface="Arial"/>
                <a:sym typeface="Arial"/>
              </a:rPr>
              <a:t>Pruebas </a:t>
            </a:r>
            <a:r>
              <a:rPr b="1" i="0" lang="en-US" sz="6985" u="none" cap="none" strike="noStrike">
                <a:solidFill>
                  <a:srgbClr val="0989D6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1" i="0" lang="en-US" sz="6985" u="none" cap="none" strike="noStrike">
                <a:solidFill>
                  <a:srgbClr val="F1F1F1"/>
                </a:solidFill>
                <a:latin typeface="Arial"/>
                <a:ea typeface="Arial"/>
                <a:cs typeface="Arial"/>
                <a:sym typeface="Arial"/>
              </a:rPr>
              <a:t> evidencias</a:t>
            </a:r>
            <a:endParaRPr/>
          </a:p>
        </p:txBody>
      </p:sp>
      <p:sp>
        <p:nvSpPr>
          <p:cNvPr id="385" name="Google Shape;385;p11"/>
          <p:cNvSpPr/>
          <p:nvPr/>
        </p:nvSpPr>
        <p:spPr>
          <a:xfrm>
            <a:off x="647700" y="2352675"/>
            <a:ext cx="8420271" cy="2450789"/>
          </a:xfrm>
          <a:custGeom>
            <a:rect b="b" l="l" r="r" t="t"/>
            <a:pathLst>
              <a:path extrusionOk="0" h="2450789" w="8420271">
                <a:moveTo>
                  <a:pt x="0" y="0"/>
                </a:moveTo>
                <a:lnTo>
                  <a:pt x="8420271" y="0"/>
                </a:lnTo>
                <a:lnTo>
                  <a:pt x="8420271" y="2450789"/>
                </a:lnTo>
                <a:lnTo>
                  <a:pt x="0" y="24507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2304" l="0" r="0" t="0"/>
            </a:stretch>
          </a:blipFill>
          <a:ln>
            <a:noFill/>
          </a:ln>
        </p:spPr>
      </p:sp>
      <p:sp>
        <p:nvSpPr>
          <p:cNvPr id="386" name="Google Shape;386;p11"/>
          <p:cNvSpPr/>
          <p:nvPr/>
        </p:nvSpPr>
        <p:spPr>
          <a:xfrm>
            <a:off x="866775" y="3000375"/>
            <a:ext cx="1533525" cy="1504950"/>
          </a:xfrm>
          <a:custGeom>
            <a:rect b="b" l="l" r="r" t="t"/>
            <a:pathLst>
              <a:path extrusionOk="0" h="1504950" w="1533525">
                <a:moveTo>
                  <a:pt x="0" y="0"/>
                </a:moveTo>
                <a:lnTo>
                  <a:pt x="1533525" y="0"/>
                </a:lnTo>
                <a:lnTo>
                  <a:pt x="15335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7" name="Google Shape;387;p11"/>
          <p:cNvSpPr txBox="1"/>
          <p:nvPr/>
        </p:nvSpPr>
        <p:spPr>
          <a:xfrm>
            <a:off x="2737254" y="2744325"/>
            <a:ext cx="4555800" cy="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47" u="none" cap="none" strike="noStrike">
                <a:solidFill>
                  <a:srgbClr val="F1F1F1"/>
                </a:solidFill>
                <a:latin typeface="Arial"/>
                <a:ea typeface="Arial"/>
                <a:cs typeface="Arial"/>
                <a:sym typeface="Arial"/>
              </a:rPr>
              <a:t>RESULTADOS REPORTADOS</a:t>
            </a:r>
            <a:endParaRPr/>
          </a:p>
        </p:txBody>
      </p:sp>
      <p:sp>
        <p:nvSpPr>
          <p:cNvPr id="388" name="Google Shape;388;p11"/>
          <p:cNvSpPr txBox="1"/>
          <p:nvPr/>
        </p:nvSpPr>
        <p:spPr>
          <a:xfrm>
            <a:off x="2371220" y="3214419"/>
            <a:ext cx="6658483" cy="10434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01142" lvl="1" marL="402283" marR="0" rtl="0" algn="l">
              <a:lnSpc>
                <a:spcPct val="149973"/>
              </a:lnSpc>
              <a:spcBef>
                <a:spcPts val="0"/>
              </a:spcBef>
              <a:spcAft>
                <a:spcPts val="0"/>
              </a:spcAft>
              <a:buClr>
                <a:srgbClr val="F1F1F1"/>
              </a:buClr>
              <a:buSzPts val="1862"/>
              <a:buFont typeface="Arial"/>
              <a:buChar char="•"/>
            </a:pPr>
            <a:r>
              <a:rPr b="0" i="0" lang="en-US" sz="1863" u="none" cap="none" strike="noStrike">
                <a:solidFill>
                  <a:srgbClr val="F1F1F1"/>
                </a:solidFill>
                <a:latin typeface="Trebuchet MS"/>
                <a:ea typeface="Trebuchet MS"/>
                <a:cs typeface="Trebuchet MS"/>
                <a:sym typeface="Trebuchet MS"/>
              </a:rPr>
              <a:t>130 casos documentados en el catálogo principal</a:t>
            </a:r>
            <a:endParaRPr/>
          </a:p>
          <a:p>
            <a:pPr indent="-201049" lvl="1" marL="402099" marR="0" rtl="0" algn="l">
              <a:lnSpc>
                <a:spcPct val="149973"/>
              </a:lnSpc>
              <a:spcBef>
                <a:spcPts val="0"/>
              </a:spcBef>
              <a:spcAft>
                <a:spcPts val="0"/>
              </a:spcAft>
              <a:buClr>
                <a:srgbClr val="F1F1F1"/>
              </a:buClr>
              <a:buSzPts val="1862"/>
              <a:buFont typeface="Arial"/>
              <a:buChar char="•"/>
            </a:pPr>
            <a:r>
              <a:rPr b="0" i="0" lang="en-US" sz="1863" u="none" cap="none" strike="noStrike">
                <a:solidFill>
                  <a:srgbClr val="F1F1F1"/>
                </a:solidFill>
                <a:latin typeface="Trebuchet MS"/>
                <a:ea typeface="Trebuchet MS"/>
                <a:cs typeface="Trebuchet MS"/>
                <a:sym typeface="Trebuchet MS"/>
              </a:rPr>
              <a:t>377 pruebas automatizadas en 40 archivos</a:t>
            </a:r>
            <a:endParaRPr/>
          </a:p>
          <a:p>
            <a:pPr indent="-201049" lvl="1" marL="402099" marR="0" rtl="0" algn="l">
              <a:lnSpc>
                <a:spcPct val="149973"/>
              </a:lnSpc>
              <a:spcBef>
                <a:spcPts val="0"/>
              </a:spcBef>
              <a:spcAft>
                <a:spcPts val="0"/>
              </a:spcAft>
              <a:buClr>
                <a:srgbClr val="F1F1F1"/>
              </a:buClr>
              <a:buSzPts val="1862"/>
              <a:buFont typeface="Arial"/>
              <a:buChar char="•"/>
            </a:pPr>
            <a:r>
              <a:rPr b="0" i="0" lang="en-US" sz="1863" u="none" cap="none" strike="noStrike">
                <a:solidFill>
                  <a:srgbClr val="F1F1F1"/>
                </a:solidFill>
                <a:latin typeface="Trebuchet MS"/>
                <a:ea typeface="Trebuchet MS"/>
                <a:cs typeface="Trebuchet MS"/>
                <a:sym typeface="Trebuchet MS"/>
              </a:rPr>
              <a:t>Cero fallos y análisis estático sin incidencias.</a:t>
            </a:r>
            <a:endParaRPr/>
          </a:p>
        </p:txBody>
      </p:sp>
      <p:sp>
        <p:nvSpPr>
          <p:cNvPr id="389" name="Google Shape;389;p11"/>
          <p:cNvSpPr/>
          <p:nvPr/>
        </p:nvSpPr>
        <p:spPr>
          <a:xfrm>
            <a:off x="647700" y="5039649"/>
            <a:ext cx="8420271" cy="1971448"/>
          </a:xfrm>
          <a:custGeom>
            <a:rect b="b" l="l" r="r" t="t"/>
            <a:pathLst>
              <a:path extrusionOk="0" h="1971448" w="8420271">
                <a:moveTo>
                  <a:pt x="0" y="0"/>
                </a:moveTo>
                <a:lnTo>
                  <a:pt x="8420271" y="0"/>
                </a:lnTo>
                <a:lnTo>
                  <a:pt x="8420271" y="1971447"/>
                </a:lnTo>
                <a:lnTo>
                  <a:pt x="0" y="19714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0" name="Google Shape;390;p11"/>
          <p:cNvSpPr/>
          <p:nvPr/>
        </p:nvSpPr>
        <p:spPr>
          <a:xfrm>
            <a:off x="866775" y="5572125"/>
            <a:ext cx="1533525" cy="1504950"/>
          </a:xfrm>
          <a:custGeom>
            <a:rect b="b" l="l" r="r" t="t"/>
            <a:pathLst>
              <a:path extrusionOk="0" h="1504950" w="1533525">
                <a:moveTo>
                  <a:pt x="0" y="0"/>
                </a:moveTo>
                <a:lnTo>
                  <a:pt x="1533525" y="0"/>
                </a:lnTo>
                <a:lnTo>
                  <a:pt x="15335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1" name="Google Shape;391;p11"/>
          <p:cNvSpPr txBox="1"/>
          <p:nvPr/>
        </p:nvSpPr>
        <p:spPr>
          <a:xfrm>
            <a:off x="2674372" y="5449675"/>
            <a:ext cx="3652200" cy="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47" u="none" cap="none" strike="noStrike">
                <a:solidFill>
                  <a:srgbClr val="F1F1F1"/>
                </a:solidFill>
                <a:latin typeface="Arial"/>
                <a:ea typeface="Arial"/>
                <a:cs typeface="Arial"/>
                <a:sym typeface="Arial"/>
              </a:rPr>
              <a:t>EVIDENCIAS DISPONIBLES</a:t>
            </a:r>
            <a:endParaRPr/>
          </a:p>
        </p:txBody>
      </p:sp>
      <p:sp>
        <p:nvSpPr>
          <p:cNvPr id="392" name="Google Shape;392;p11"/>
          <p:cNvSpPr txBox="1"/>
          <p:nvPr/>
        </p:nvSpPr>
        <p:spPr>
          <a:xfrm>
            <a:off x="2400300" y="5818400"/>
            <a:ext cx="6951900" cy="9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82091" lvl="1" marL="402282" marR="0" rtl="0" algn="l">
              <a:lnSpc>
                <a:spcPct val="149973"/>
              </a:lnSpc>
              <a:spcBef>
                <a:spcPts val="0"/>
              </a:spcBef>
              <a:spcAft>
                <a:spcPts val="0"/>
              </a:spcAft>
              <a:buClr>
                <a:srgbClr val="F1F1F1"/>
              </a:buClr>
              <a:buSzPts val="1562"/>
              <a:buFont typeface="Arial"/>
              <a:buChar char="•"/>
            </a:pPr>
            <a:r>
              <a:rPr b="0" i="0" lang="en-US" sz="1563" u="none" cap="none" strike="noStrike">
                <a:solidFill>
                  <a:srgbClr val="F1F1F1"/>
                </a:solidFill>
                <a:latin typeface="Trebuchet MS"/>
                <a:ea typeface="Trebuchet MS"/>
                <a:cs typeface="Trebuchet MS"/>
                <a:sym typeface="Trebuchet MS"/>
              </a:rPr>
              <a:t>Capturas de las pantallas y funciones de la aplicación.</a:t>
            </a:r>
            <a:endParaRPr sz="1100"/>
          </a:p>
          <a:p>
            <a:pPr indent="-181972" lvl="1" marL="402045" marR="0" rtl="0" algn="l">
              <a:lnSpc>
                <a:spcPct val="149973"/>
              </a:lnSpc>
              <a:spcBef>
                <a:spcPts val="0"/>
              </a:spcBef>
              <a:spcAft>
                <a:spcPts val="0"/>
              </a:spcAft>
              <a:buClr>
                <a:srgbClr val="F1F1F1"/>
              </a:buClr>
              <a:buSzPts val="1562"/>
              <a:buFont typeface="Arial"/>
              <a:buChar char="•"/>
            </a:pPr>
            <a:r>
              <a:rPr b="0" i="0" lang="en-US" sz="1563" u="none" cap="none" strike="noStrike">
                <a:solidFill>
                  <a:srgbClr val="F1F1F1"/>
                </a:solidFill>
                <a:latin typeface="Trebuchet MS"/>
                <a:ea typeface="Trebuchet MS"/>
                <a:cs typeface="Trebuchet MS"/>
                <a:sym typeface="Trebuchet MS"/>
              </a:rPr>
              <a:t>Plan de pruebas, manuales y documentación del proyecto.</a:t>
            </a:r>
            <a:endParaRPr sz="1100"/>
          </a:p>
          <a:p>
            <a:pPr indent="-181999" lvl="1" marL="402097" marR="0" rtl="0" algn="l">
              <a:lnSpc>
                <a:spcPct val="149973"/>
              </a:lnSpc>
              <a:spcBef>
                <a:spcPts val="0"/>
              </a:spcBef>
              <a:spcAft>
                <a:spcPts val="0"/>
              </a:spcAft>
              <a:buClr>
                <a:srgbClr val="F1F1F1"/>
              </a:buClr>
              <a:buSzPts val="1562"/>
              <a:buFont typeface="Arial"/>
              <a:buChar char="•"/>
            </a:pPr>
            <a:r>
              <a:rPr b="0" i="0" lang="en-US" sz="1563" u="none" cap="none" strike="noStrike">
                <a:solidFill>
                  <a:srgbClr val="F1F1F1"/>
                </a:solidFill>
                <a:latin typeface="Trebuchet MS"/>
                <a:ea typeface="Trebuchet MS"/>
                <a:cs typeface="Trebuchet MS"/>
                <a:sym typeface="Trebuchet MS"/>
              </a:rPr>
              <a:t>Audios de futuros clientes.</a:t>
            </a:r>
            <a:endParaRPr sz="1100"/>
          </a:p>
        </p:txBody>
      </p:sp>
      <p:sp>
        <p:nvSpPr>
          <p:cNvPr id="393" name="Google Shape;393;p11"/>
          <p:cNvSpPr/>
          <p:nvPr/>
        </p:nvSpPr>
        <p:spPr>
          <a:xfrm>
            <a:off x="647700" y="7496175"/>
            <a:ext cx="8382003" cy="1689719"/>
          </a:xfrm>
          <a:custGeom>
            <a:rect b="b" l="l" r="r" t="t"/>
            <a:pathLst>
              <a:path extrusionOk="0" h="1689719" w="8382003">
                <a:moveTo>
                  <a:pt x="0" y="0"/>
                </a:moveTo>
                <a:lnTo>
                  <a:pt x="8382003" y="0"/>
                </a:lnTo>
                <a:lnTo>
                  <a:pt x="8382003" y="1689719"/>
                </a:lnTo>
                <a:lnTo>
                  <a:pt x="0" y="16897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4" name="Google Shape;394;p11"/>
          <p:cNvSpPr/>
          <p:nvPr/>
        </p:nvSpPr>
        <p:spPr>
          <a:xfrm>
            <a:off x="950580" y="7673348"/>
            <a:ext cx="1406448" cy="1380241"/>
          </a:xfrm>
          <a:custGeom>
            <a:rect b="b" l="l" r="r" t="t"/>
            <a:pathLst>
              <a:path extrusionOk="0" h="1380241" w="1406448">
                <a:moveTo>
                  <a:pt x="0" y="0"/>
                </a:moveTo>
                <a:lnTo>
                  <a:pt x="1406448" y="0"/>
                </a:lnTo>
                <a:lnTo>
                  <a:pt x="1406448" y="1380241"/>
                </a:lnTo>
                <a:lnTo>
                  <a:pt x="0" y="13802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5" name="Google Shape;395;p11"/>
          <p:cNvSpPr txBox="1"/>
          <p:nvPr/>
        </p:nvSpPr>
        <p:spPr>
          <a:xfrm>
            <a:off x="2754793" y="7745325"/>
            <a:ext cx="2535300" cy="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47" u="none" cap="none" strike="noStrike">
                <a:solidFill>
                  <a:srgbClr val="F1F1F1"/>
                </a:solidFill>
                <a:latin typeface="Arial"/>
                <a:ea typeface="Arial"/>
                <a:cs typeface="Arial"/>
                <a:sym typeface="Arial"/>
              </a:rPr>
              <a:t>PENDIENTE:</a:t>
            </a:r>
            <a:endParaRPr/>
          </a:p>
        </p:txBody>
      </p:sp>
      <p:sp>
        <p:nvSpPr>
          <p:cNvPr id="396" name="Google Shape;396;p11"/>
          <p:cNvSpPr txBox="1"/>
          <p:nvPr/>
        </p:nvSpPr>
        <p:spPr>
          <a:xfrm>
            <a:off x="2366200" y="8057000"/>
            <a:ext cx="6315000" cy="6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81999" lvl="1" marL="402098" marR="0" rtl="0" algn="l">
              <a:lnSpc>
                <a:spcPct val="149973"/>
              </a:lnSpc>
              <a:spcBef>
                <a:spcPts val="0"/>
              </a:spcBef>
              <a:spcAft>
                <a:spcPts val="0"/>
              </a:spcAft>
              <a:buClr>
                <a:srgbClr val="F1F1F1"/>
              </a:buClr>
              <a:buSzPts val="1562"/>
              <a:buFont typeface="Arial"/>
              <a:buChar char="•"/>
            </a:pPr>
            <a:r>
              <a:rPr b="0" i="0" lang="en-US" sz="1563" u="none" cap="none" strike="noStrike">
                <a:solidFill>
                  <a:srgbClr val="F1F1F1"/>
                </a:solidFill>
                <a:latin typeface="Trebuchet MS"/>
                <a:ea typeface="Trebuchet MS"/>
                <a:cs typeface="Trebuchet MS"/>
                <a:sym typeface="Trebuchet MS"/>
              </a:rPr>
              <a:t>Pendiente: completar las evidencias manuales por caso y acreditar la validación de usabilidad con usuarios.</a:t>
            </a:r>
            <a:endParaRPr sz="1100"/>
          </a:p>
        </p:txBody>
      </p:sp>
      <p:sp>
        <p:nvSpPr>
          <p:cNvPr id="397" name="Google Shape;397;p11"/>
          <p:cNvSpPr/>
          <p:nvPr/>
        </p:nvSpPr>
        <p:spPr>
          <a:xfrm>
            <a:off x="10668000" y="2352675"/>
            <a:ext cx="6315075" cy="6867525"/>
          </a:xfrm>
          <a:custGeom>
            <a:rect b="b" l="l" r="r" t="t"/>
            <a:pathLst>
              <a:path extrusionOk="0" h="6867525" w="6315075">
                <a:moveTo>
                  <a:pt x="0" y="0"/>
                </a:moveTo>
                <a:lnTo>
                  <a:pt x="6315075" y="0"/>
                </a:lnTo>
                <a:lnTo>
                  <a:pt x="6315075" y="6867525"/>
                </a:lnTo>
                <a:lnTo>
                  <a:pt x="0" y="68675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8" name="Google Shape;398;p11"/>
          <p:cNvSpPr/>
          <p:nvPr/>
        </p:nvSpPr>
        <p:spPr>
          <a:xfrm>
            <a:off x="15449550" y="5353050"/>
            <a:ext cx="2838450" cy="2152650"/>
          </a:xfrm>
          <a:custGeom>
            <a:rect b="b" l="l" r="r" t="t"/>
            <a:pathLst>
              <a:path extrusionOk="0" h="2152650" w="2838450">
                <a:moveTo>
                  <a:pt x="0" y="0"/>
                </a:moveTo>
                <a:lnTo>
                  <a:pt x="2838450" y="0"/>
                </a:lnTo>
                <a:lnTo>
                  <a:pt x="2838450" y="2152650"/>
                </a:lnTo>
                <a:lnTo>
                  <a:pt x="0" y="21526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9" name="Google Shape;399;p11"/>
          <p:cNvSpPr/>
          <p:nvPr/>
        </p:nvSpPr>
        <p:spPr>
          <a:xfrm>
            <a:off x="14144625" y="7067550"/>
            <a:ext cx="4143375" cy="3219450"/>
          </a:xfrm>
          <a:custGeom>
            <a:rect b="b" l="l" r="r" t="t"/>
            <a:pathLst>
              <a:path extrusionOk="0" h="3219450" w="4143375">
                <a:moveTo>
                  <a:pt x="0" y="0"/>
                </a:moveTo>
                <a:lnTo>
                  <a:pt x="4143375" y="0"/>
                </a:lnTo>
                <a:lnTo>
                  <a:pt x="4143375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0" name="Google Shape;400;p11"/>
          <p:cNvSpPr txBox="1"/>
          <p:nvPr/>
        </p:nvSpPr>
        <p:spPr>
          <a:xfrm rot="580078">
            <a:off x="16235474" y="5933979"/>
            <a:ext cx="2115514" cy="352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9" u="none" cap="none" strike="noStrike">
                <a:solidFill>
                  <a:srgbClr val="082650"/>
                </a:solidFill>
                <a:latin typeface="Caveat"/>
                <a:ea typeface="Caveat"/>
                <a:cs typeface="Caveat"/>
                <a:sym typeface="Caveat"/>
              </a:rPr>
              <a:t>Evidencias</a:t>
            </a:r>
            <a:endParaRPr/>
          </a:p>
        </p:txBody>
      </p:sp>
      <p:sp>
        <p:nvSpPr>
          <p:cNvPr id="401" name="Google Shape;401;p11"/>
          <p:cNvSpPr/>
          <p:nvPr/>
        </p:nvSpPr>
        <p:spPr>
          <a:xfrm>
            <a:off x="16544925" y="6210300"/>
            <a:ext cx="1314450" cy="866775"/>
          </a:xfrm>
          <a:custGeom>
            <a:rect b="b" l="l" r="r" t="t"/>
            <a:pathLst>
              <a:path extrusionOk="0" h="866775" w="1314450">
                <a:moveTo>
                  <a:pt x="0" y="0"/>
                </a:moveTo>
                <a:lnTo>
                  <a:pt x="1314450" y="0"/>
                </a:lnTo>
                <a:lnTo>
                  <a:pt x="131445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2" name="Google Shape;402;p11"/>
          <p:cNvSpPr/>
          <p:nvPr/>
        </p:nvSpPr>
        <p:spPr>
          <a:xfrm>
            <a:off x="0" y="1924050"/>
            <a:ext cx="9801225" cy="219075"/>
          </a:xfrm>
          <a:custGeom>
            <a:rect b="b" l="l" r="r" t="t"/>
            <a:pathLst>
              <a:path extrusionOk="0" h="219075" w="9801225">
                <a:moveTo>
                  <a:pt x="0" y="0"/>
                </a:moveTo>
                <a:lnTo>
                  <a:pt x="9801225" y="0"/>
                </a:lnTo>
                <a:lnTo>
                  <a:pt x="98012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  <p:transition spd="med">
    <p:push dir="r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59" l="0" r="0" t="-9259"/>
            </a:stretch>
          </a:blipFill>
          <a:ln>
            <a:noFill/>
          </a:ln>
        </p:spPr>
      </p:sp>
      <p:sp>
        <p:nvSpPr>
          <p:cNvPr id="408" name="Google Shape;408;p12"/>
          <p:cNvSpPr txBox="1"/>
          <p:nvPr/>
        </p:nvSpPr>
        <p:spPr>
          <a:xfrm>
            <a:off x="4031228" y="4538663"/>
            <a:ext cx="10225544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3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783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Demostración en vivo</a:t>
            </a:r>
            <a:endParaRPr/>
          </a:p>
        </p:txBody>
      </p:sp>
    </p:spTree>
  </p:cSld>
  <p:clrMapOvr>
    <a:masterClrMapping/>
  </p:clrMapOvr>
  <mc:AlternateContent>
    <mc:Choice Requires="p14">
      <p:transition spd="med">
        <p14:flip dir="l"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